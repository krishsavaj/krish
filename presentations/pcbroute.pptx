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72" r:id="rId3"/>
    <p:sldId id="273" r:id="rId4"/>
    <p:sldId id="274" r:id="rId5"/>
    <p:sldId id="275" r:id="rId6"/>
    <p:sldId id="277" r:id="rId7"/>
    <p:sldId id="276" r:id="rId8"/>
    <p:sldId id="257" r:id="rId9"/>
    <p:sldId id="258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23"/>
    <p:sldId id="259" r:id="rId24"/>
    <p:sldId id="280" r:id="rId25"/>
    <p:sldId id="283" r:id="rId26"/>
    <p:sldId id="284" r:id="rId27"/>
    <p:sldId id="281" r:id="rId28"/>
    <p:sldId id="282" r:id="rId29"/>
    <p:sldId id="278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38" autoAdjust="0"/>
  </p:normalViewPr>
  <p:slideViewPr>
    <p:cSldViewPr snapToGrid="0">
      <p:cViewPr>
        <p:scale>
          <a:sx n="70" d="100"/>
          <a:sy n="70" d="100"/>
        </p:scale>
        <p:origin x="7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64FAB7-4591-4723-BE97-0DE2773AFDAE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3EC530E-B035-42F4-A25E-2CEA1CBB3C30}">
      <dgm:prSet phldrT="[Text]" custT="1"/>
      <dgm:spPr/>
      <dgm:t>
        <a:bodyPr/>
        <a:lstStyle/>
        <a:p>
          <a:pPr algn="just"/>
          <a:r>
            <a:rPr lang="en-US" sz="1800" b="0" i="0" dirty="0">
              <a:effectLst/>
              <a:latin typeface="Rubik-Regular"/>
            </a:rPr>
            <a:t>Class 1 boards:</a:t>
          </a:r>
          <a:r>
            <a:rPr lang="en-US" sz="1800" b="0" i="0" dirty="0">
              <a:effectLst/>
              <a:latin typeface="Rubik-Light"/>
            </a:rPr>
            <a:t> Consumer electronic. </a:t>
          </a:r>
          <a:endParaRPr lang="en-US" sz="1800" dirty="0"/>
        </a:p>
      </dgm:t>
    </dgm:pt>
    <dgm:pt modelId="{79C7BD74-4C8A-4726-9859-B5ACE140D717}" type="parTrans" cxnId="{03425185-92A1-44F3-904E-90A3062D9584}">
      <dgm:prSet/>
      <dgm:spPr/>
      <dgm:t>
        <a:bodyPr/>
        <a:lstStyle/>
        <a:p>
          <a:pPr algn="just"/>
          <a:endParaRPr lang="en-US" sz="1800"/>
        </a:p>
      </dgm:t>
    </dgm:pt>
    <dgm:pt modelId="{5E2F97A2-9960-4DB4-82C0-BD6095F4B98B}" type="sibTrans" cxnId="{03425185-92A1-44F3-904E-90A3062D9584}">
      <dgm:prSet/>
      <dgm:spPr/>
      <dgm:t>
        <a:bodyPr/>
        <a:lstStyle/>
        <a:p>
          <a:pPr algn="just"/>
          <a:endParaRPr lang="en-US" sz="1800"/>
        </a:p>
      </dgm:t>
    </dgm:pt>
    <dgm:pt modelId="{2DC2F07C-623F-45DF-92E0-C55849D3AF73}">
      <dgm:prSet phldrT="[Text]" custT="1"/>
      <dgm:spPr/>
      <dgm:t>
        <a:bodyPr/>
        <a:lstStyle/>
        <a:p>
          <a:pPr algn="just"/>
          <a:r>
            <a:rPr lang="en-US" sz="1800" b="0" i="0" dirty="0">
              <a:solidFill>
                <a:srgbClr val="363636"/>
              </a:solidFill>
              <a:effectLst/>
              <a:latin typeface="Rubik-Regular"/>
            </a:rPr>
            <a:t>Class 2 boards:</a:t>
          </a:r>
          <a:r>
            <a:rPr lang="en-US" sz="1800" b="0" i="0" dirty="0">
              <a:solidFill>
                <a:srgbClr val="333333"/>
              </a:solidFill>
              <a:effectLst/>
              <a:latin typeface="Rubik-Light"/>
            </a:rPr>
            <a:t> Devices where high reliability is important and which try to minimize failure. </a:t>
          </a:r>
          <a:endParaRPr lang="en-US" sz="1800" dirty="0"/>
        </a:p>
      </dgm:t>
    </dgm:pt>
    <dgm:pt modelId="{CCA4B931-C7E6-4869-9F12-4039B4A8E3A6}" type="parTrans" cxnId="{6883334B-9265-41BC-86A5-CD7FF1C3E103}">
      <dgm:prSet/>
      <dgm:spPr/>
      <dgm:t>
        <a:bodyPr/>
        <a:lstStyle/>
        <a:p>
          <a:pPr algn="just"/>
          <a:endParaRPr lang="en-US" sz="1800"/>
        </a:p>
      </dgm:t>
    </dgm:pt>
    <dgm:pt modelId="{D7BBBBF8-33AC-4363-B61E-5ADFBC97FDDF}" type="sibTrans" cxnId="{6883334B-9265-41BC-86A5-CD7FF1C3E103}">
      <dgm:prSet/>
      <dgm:spPr/>
      <dgm:t>
        <a:bodyPr/>
        <a:lstStyle/>
        <a:p>
          <a:pPr algn="just"/>
          <a:endParaRPr lang="en-US" sz="1800"/>
        </a:p>
      </dgm:t>
    </dgm:pt>
    <dgm:pt modelId="{372E6287-3992-4D9E-9256-82E22EE8CD03}">
      <dgm:prSet phldrT="[Text]" custT="1"/>
      <dgm:spPr/>
      <dgm:t>
        <a:bodyPr/>
        <a:lstStyle/>
        <a:p>
          <a:pPr algn="just"/>
          <a:r>
            <a:rPr lang="en-US" sz="1800" b="0" i="0" dirty="0">
              <a:solidFill>
                <a:srgbClr val="363636"/>
              </a:solidFill>
              <a:effectLst/>
              <a:latin typeface="Rubik-Regular"/>
            </a:rPr>
            <a:t>Class 3 boards: T</a:t>
          </a:r>
          <a:r>
            <a:rPr lang="en-US" sz="1800" b="0" i="0" dirty="0">
              <a:solidFill>
                <a:srgbClr val="333333"/>
              </a:solidFill>
              <a:effectLst/>
              <a:latin typeface="Rubik-Light"/>
            </a:rPr>
            <a:t>he most exacting manufacturing standards of a PCB. If it fails, lives are immediately at stake. For </a:t>
          </a:r>
          <a:r>
            <a:rPr lang="en-US" sz="1800" b="0" i="0" dirty="0" err="1">
              <a:solidFill>
                <a:srgbClr val="333333"/>
              </a:solidFill>
              <a:effectLst/>
              <a:latin typeface="Rubik-Light"/>
            </a:rPr>
            <a:t>eg.</a:t>
          </a:r>
          <a:r>
            <a:rPr lang="en-US" sz="1800" b="0" i="0" dirty="0">
              <a:solidFill>
                <a:srgbClr val="333333"/>
              </a:solidFill>
              <a:effectLst/>
              <a:latin typeface="Rubik-Light"/>
            </a:rPr>
            <a:t> the boards on an airplane.</a:t>
          </a:r>
          <a:endParaRPr lang="en-US" sz="1800" dirty="0"/>
        </a:p>
      </dgm:t>
    </dgm:pt>
    <dgm:pt modelId="{66450C16-F0AE-4EE1-B56B-3006CB2D754D}" type="parTrans" cxnId="{D323C2A9-A5E5-4680-8A93-9ABEC357F00C}">
      <dgm:prSet/>
      <dgm:spPr/>
      <dgm:t>
        <a:bodyPr/>
        <a:lstStyle/>
        <a:p>
          <a:pPr algn="just"/>
          <a:endParaRPr lang="en-US" sz="1800"/>
        </a:p>
      </dgm:t>
    </dgm:pt>
    <dgm:pt modelId="{729A849E-7710-4D26-9789-35CC5B7E114B}" type="sibTrans" cxnId="{D323C2A9-A5E5-4680-8A93-9ABEC357F00C}">
      <dgm:prSet/>
      <dgm:spPr/>
      <dgm:t>
        <a:bodyPr/>
        <a:lstStyle/>
        <a:p>
          <a:pPr algn="just"/>
          <a:endParaRPr lang="en-US" sz="1800"/>
        </a:p>
      </dgm:t>
    </dgm:pt>
    <dgm:pt modelId="{57DE1CDD-2076-4FDF-8AB7-428EB7CADC2B}" type="pres">
      <dgm:prSet presAssocID="{6164FAB7-4591-4723-BE97-0DE2773AFDAE}" presName="linear" presStyleCnt="0">
        <dgm:presLayoutVars>
          <dgm:dir/>
          <dgm:animLvl val="lvl"/>
          <dgm:resizeHandles val="exact"/>
        </dgm:presLayoutVars>
      </dgm:prSet>
      <dgm:spPr/>
    </dgm:pt>
    <dgm:pt modelId="{FD3EF65E-AEF7-4B7B-8A9A-A82CE4D2F41B}" type="pres">
      <dgm:prSet presAssocID="{43EC530E-B035-42F4-A25E-2CEA1CBB3C30}" presName="parentLin" presStyleCnt="0"/>
      <dgm:spPr/>
    </dgm:pt>
    <dgm:pt modelId="{7AC3F15A-17B5-4902-9063-DDC6BB06B887}" type="pres">
      <dgm:prSet presAssocID="{43EC530E-B035-42F4-A25E-2CEA1CBB3C30}" presName="parentLeftMargin" presStyleLbl="node1" presStyleIdx="0" presStyleCnt="3"/>
      <dgm:spPr/>
    </dgm:pt>
    <dgm:pt modelId="{4845C2F2-67CB-466B-A23E-71B545000E35}" type="pres">
      <dgm:prSet presAssocID="{43EC530E-B035-42F4-A25E-2CEA1CBB3C30}" presName="parentText" presStyleLbl="node1" presStyleIdx="0" presStyleCnt="3" custScaleY="62903">
        <dgm:presLayoutVars>
          <dgm:chMax val="0"/>
          <dgm:bulletEnabled val="1"/>
        </dgm:presLayoutVars>
      </dgm:prSet>
      <dgm:spPr/>
    </dgm:pt>
    <dgm:pt modelId="{51E7B4DC-0A64-4D3D-821F-A170D50A0322}" type="pres">
      <dgm:prSet presAssocID="{43EC530E-B035-42F4-A25E-2CEA1CBB3C30}" presName="negativeSpace" presStyleCnt="0"/>
      <dgm:spPr/>
    </dgm:pt>
    <dgm:pt modelId="{4DBA7FD1-9B65-46EF-9549-BA6AB40150AF}" type="pres">
      <dgm:prSet presAssocID="{43EC530E-B035-42F4-A25E-2CEA1CBB3C30}" presName="childText" presStyleLbl="conFgAcc1" presStyleIdx="0" presStyleCnt="3">
        <dgm:presLayoutVars>
          <dgm:bulletEnabled val="1"/>
        </dgm:presLayoutVars>
      </dgm:prSet>
      <dgm:spPr/>
    </dgm:pt>
    <dgm:pt modelId="{72614AF9-EA66-45A6-9AC9-253A37970EFC}" type="pres">
      <dgm:prSet presAssocID="{5E2F97A2-9960-4DB4-82C0-BD6095F4B98B}" presName="spaceBetweenRectangles" presStyleCnt="0"/>
      <dgm:spPr/>
    </dgm:pt>
    <dgm:pt modelId="{50D6307A-9F79-426B-A8F4-950AB41053FF}" type="pres">
      <dgm:prSet presAssocID="{2DC2F07C-623F-45DF-92E0-C55849D3AF73}" presName="parentLin" presStyleCnt="0"/>
      <dgm:spPr/>
    </dgm:pt>
    <dgm:pt modelId="{29B9A4D0-C357-425F-B3EC-A59B341903E8}" type="pres">
      <dgm:prSet presAssocID="{2DC2F07C-623F-45DF-92E0-C55849D3AF73}" presName="parentLeftMargin" presStyleLbl="node1" presStyleIdx="0" presStyleCnt="3"/>
      <dgm:spPr/>
    </dgm:pt>
    <dgm:pt modelId="{9782AF53-D9E3-4B71-AAC2-AA53F050FA98}" type="pres">
      <dgm:prSet presAssocID="{2DC2F07C-623F-45DF-92E0-C55849D3AF73}" presName="parentText" presStyleLbl="node1" presStyleIdx="1" presStyleCnt="3" custScaleY="72463">
        <dgm:presLayoutVars>
          <dgm:chMax val="0"/>
          <dgm:bulletEnabled val="1"/>
        </dgm:presLayoutVars>
      </dgm:prSet>
      <dgm:spPr/>
    </dgm:pt>
    <dgm:pt modelId="{F3F86872-DD43-449B-AE6C-10F73AE5AC51}" type="pres">
      <dgm:prSet presAssocID="{2DC2F07C-623F-45DF-92E0-C55849D3AF73}" presName="negativeSpace" presStyleCnt="0"/>
      <dgm:spPr/>
    </dgm:pt>
    <dgm:pt modelId="{4B5EF19B-AB15-4C52-B53C-B088F89AB096}" type="pres">
      <dgm:prSet presAssocID="{2DC2F07C-623F-45DF-92E0-C55849D3AF73}" presName="childText" presStyleLbl="conFgAcc1" presStyleIdx="1" presStyleCnt="3">
        <dgm:presLayoutVars>
          <dgm:bulletEnabled val="1"/>
        </dgm:presLayoutVars>
      </dgm:prSet>
      <dgm:spPr/>
    </dgm:pt>
    <dgm:pt modelId="{E8E9C839-E557-4C9F-AA81-8ACEEAB0BAB8}" type="pres">
      <dgm:prSet presAssocID="{D7BBBBF8-33AC-4363-B61E-5ADFBC97FDDF}" presName="spaceBetweenRectangles" presStyleCnt="0"/>
      <dgm:spPr/>
    </dgm:pt>
    <dgm:pt modelId="{FC062C0A-5566-48E6-8213-8EE287F88B97}" type="pres">
      <dgm:prSet presAssocID="{372E6287-3992-4D9E-9256-82E22EE8CD03}" presName="parentLin" presStyleCnt="0"/>
      <dgm:spPr/>
    </dgm:pt>
    <dgm:pt modelId="{20ABDF43-7363-41F8-B63F-D11CCA6E1AA7}" type="pres">
      <dgm:prSet presAssocID="{372E6287-3992-4D9E-9256-82E22EE8CD03}" presName="parentLeftMargin" presStyleLbl="node1" presStyleIdx="1" presStyleCnt="3"/>
      <dgm:spPr/>
    </dgm:pt>
    <dgm:pt modelId="{441C2B39-4F82-4CF9-BCE5-5DE9C5CDFFB9}" type="pres">
      <dgm:prSet presAssocID="{372E6287-3992-4D9E-9256-82E22EE8CD03}" presName="parentText" presStyleLbl="node1" presStyleIdx="2" presStyleCnt="3" custScaleY="68022">
        <dgm:presLayoutVars>
          <dgm:chMax val="0"/>
          <dgm:bulletEnabled val="1"/>
        </dgm:presLayoutVars>
      </dgm:prSet>
      <dgm:spPr/>
    </dgm:pt>
    <dgm:pt modelId="{B1A94082-F20E-4507-9E61-C62C65FBCF6F}" type="pres">
      <dgm:prSet presAssocID="{372E6287-3992-4D9E-9256-82E22EE8CD03}" presName="negativeSpace" presStyleCnt="0"/>
      <dgm:spPr/>
    </dgm:pt>
    <dgm:pt modelId="{732F229C-AF54-4DB4-AFDF-E4CBD93B5BC1}" type="pres">
      <dgm:prSet presAssocID="{372E6287-3992-4D9E-9256-82E22EE8CD0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EA57614-B0E5-4C50-94C9-38DEFF480696}" type="presOf" srcId="{2DC2F07C-623F-45DF-92E0-C55849D3AF73}" destId="{29B9A4D0-C357-425F-B3EC-A59B341903E8}" srcOrd="0" destOrd="0" presId="urn:microsoft.com/office/officeart/2005/8/layout/list1"/>
    <dgm:cxn modelId="{93AC4A62-0D8F-4CFB-9AF8-CB8E9D3F8E39}" type="presOf" srcId="{372E6287-3992-4D9E-9256-82E22EE8CD03}" destId="{20ABDF43-7363-41F8-B63F-D11CCA6E1AA7}" srcOrd="0" destOrd="0" presId="urn:microsoft.com/office/officeart/2005/8/layout/list1"/>
    <dgm:cxn modelId="{6883334B-9265-41BC-86A5-CD7FF1C3E103}" srcId="{6164FAB7-4591-4723-BE97-0DE2773AFDAE}" destId="{2DC2F07C-623F-45DF-92E0-C55849D3AF73}" srcOrd="1" destOrd="0" parTransId="{CCA4B931-C7E6-4869-9F12-4039B4A8E3A6}" sibTransId="{D7BBBBF8-33AC-4363-B61E-5ADFBC97FDDF}"/>
    <dgm:cxn modelId="{D0F6ED7D-AD2A-4034-AAC8-5CDA1FD5A4A4}" type="presOf" srcId="{372E6287-3992-4D9E-9256-82E22EE8CD03}" destId="{441C2B39-4F82-4CF9-BCE5-5DE9C5CDFFB9}" srcOrd="1" destOrd="0" presId="urn:microsoft.com/office/officeart/2005/8/layout/list1"/>
    <dgm:cxn modelId="{03425185-92A1-44F3-904E-90A3062D9584}" srcId="{6164FAB7-4591-4723-BE97-0DE2773AFDAE}" destId="{43EC530E-B035-42F4-A25E-2CEA1CBB3C30}" srcOrd="0" destOrd="0" parTransId="{79C7BD74-4C8A-4726-9859-B5ACE140D717}" sibTransId="{5E2F97A2-9960-4DB4-82C0-BD6095F4B98B}"/>
    <dgm:cxn modelId="{D323C2A9-A5E5-4680-8A93-9ABEC357F00C}" srcId="{6164FAB7-4591-4723-BE97-0DE2773AFDAE}" destId="{372E6287-3992-4D9E-9256-82E22EE8CD03}" srcOrd="2" destOrd="0" parTransId="{66450C16-F0AE-4EE1-B56B-3006CB2D754D}" sibTransId="{729A849E-7710-4D26-9789-35CC5B7E114B}"/>
    <dgm:cxn modelId="{558682B9-F448-457F-9EB2-3443AD81444E}" type="presOf" srcId="{2DC2F07C-623F-45DF-92E0-C55849D3AF73}" destId="{9782AF53-D9E3-4B71-AAC2-AA53F050FA98}" srcOrd="1" destOrd="0" presId="urn:microsoft.com/office/officeart/2005/8/layout/list1"/>
    <dgm:cxn modelId="{1B8B2ABC-71A5-4DC2-9B6F-823CF2FAAC12}" type="presOf" srcId="{43EC530E-B035-42F4-A25E-2CEA1CBB3C30}" destId="{7AC3F15A-17B5-4902-9063-DDC6BB06B887}" srcOrd="0" destOrd="0" presId="urn:microsoft.com/office/officeart/2005/8/layout/list1"/>
    <dgm:cxn modelId="{911C36F0-FA56-43F2-8DA4-1828D311E8E9}" type="presOf" srcId="{6164FAB7-4591-4723-BE97-0DE2773AFDAE}" destId="{57DE1CDD-2076-4FDF-8AB7-428EB7CADC2B}" srcOrd="0" destOrd="0" presId="urn:microsoft.com/office/officeart/2005/8/layout/list1"/>
    <dgm:cxn modelId="{08C02FFF-344B-4C54-B28B-B25708529DF6}" type="presOf" srcId="{43EC530E-B035-42F4-A25E-2CEA1CBB3C30}" destId="{4845C2F2-67CB-466B-A23E-71B545000E35}" srcOrd="1" destOrd="0" presId="urn:microsoft.com/office/officeart/2005/8/layout/list1"/>
    <dgm:cxn modelId="{E375E642-03BF-4F91-BD1A-6D9082623269}" type="presParOf" srcId="{57DE1CDD-2076-4FDF-8AB7-428EB7CADC2B}" destId="{FD3EF65E-AEF7-4B7B-8A9A-A82CE4D2F41B}" srcOrd="0" destOrd="0" presId="urn:microsoft.com/office/officeart/2005/8/layout/list1"/>
    <dgm:cxn modelId="{13D81916-BEC6-450A-8BC0-09936C3D30B0}" type="presParOf" srcId="{FD3EF65E-AEF7-4B7B-8A9A-A82CE4D2F41B}" destId="{7AC3F15A-17B5-4902-9063-DDC6BB06B887}" srcOrd="0" destOrd="0" presId="urn:microsoft.com/office/officeart/2005/8/layout/list1"/>
    <dgm:cxn modelId="{577D40D5-3015-4EA1-8E35-ECC3DEC7E2A0}" type="presParOf" srcId="{FD3EF65E-AEF7-4B7B-8A9A-A82CE4D2F41B}" destId="{4845C2F2-67CB-466B-A23E-71B545000E35}" srcOrd="1" destOrd="0" presId="urn:microsoft.com/office/officeart/2005/8/layout/list1"/>
    <dgm:cxn modelId="{C392E800-A33A-43CF-98D8-347B0E815C6D}" type="presParOf" srcId="{57DE1CDD-2076-4FDF-8AB7-428EB7CADC2B}" destId="{51E7B4DC-0A64-4D3D-821F-A170D50A0322}" srcOrd="1" destOrd="0" presId="urn:microsoft.com/office/officeart/2005/8/layout/list1"/>
    <dgm:cxn modelId="{26C16766-3062-4AD4-A794-7E48DF5B6757}" type="presParOf" srcId="{57DE1CDD-2076-4FDF-8AB7-428EB7CADC2B}" destId="{4DBA7FD1-9B65-46EF-9549-BA6AB40150AF}" srcOrd="2" destOrd="0" presId="urn:microsoft.com/office/officeart/2005/8/layout/list1"/>
    <dgm:cxn modelId="{1C5F7C2C-AF6E-484B-BB3B-A21A4D9E13A1}" type="presParOf" srcId="{57DE1CDD-2076-4FDF-8AB7-428EB7CADC2B}" destId="{72614AF9-EA66-45A6-9AC9-253A37970EFC}" srcOrd="3" destOrd="0" presId="urn:microsoft.com/office/officeart/2005/8/layout/list1"/>
    <dgm:cxn modelId="{83FF5B1C-EA99-4EC3-91F9-97A35573C08D}" type="presParOf" srcId="{57DE1CDD-2076-4FDF-8AB7-428EB7CADC2B}" destId="{50D6307A-9F79-426B-A8F4-950AB41053FF}" srcOrd="4" destOrd="0" presId="urn:microsoft.com/office/officeart/2005/8/layout/list1"/>
    <dgm:cxn modelId="{41B1B98D-BF87-4C46-9BDD-56FD0BAE85B3}" type="presParOf" srcId="{50D6307A-9F79-426B-A8F4-950AB41053FF}" destId="{29B9A4D0-C357-425F-B3EC-A59B341903E8}" srcOrd="0" destOrd="0" presId="urn:microsoft.com/office/officeart/2005/8/layout/list1"/>
    <dgm:cxn modelId="{4BD3F42D-90C9-490E-9084-B73DA7554F2C}" type="presParOf" srcId="{50D6307A-9F79-426B-A8F4-950AB41053FF}" destId="{9782AF53-D9E3-4B71-AAC2-AA53F050FA98}" srcOrd="1" destOrd="0" presId="urn:microsoft.com/office/officeart/2005/8/layout/list1"/>
    <dgm:cxn modelId="{95312340-4611-4188-A05B-DCB39501A1A9}" type="presParOf" srcId="{57DE1CDD-2076-4FDF-8AB7-428EB7CADC2B}" destId="{F3F86872-DD43-449B-AE6C-10F73AE5AC51}" srcOrd="5" destOrd="0" presId="urn:microsoft.com/office/officeart/2005/8/layout/list1"/>
    <dgm:cxn modelId="{67B0C88C-AB3C-464C-91FB-8934115B82A7}" type="presParOf" srcId="{57DE1CDD-2076-4FDF-8AB7-428EB7CADC2B}" destId="{4B5EF19B-AB15-4C52-B53C-B088F89AB096}" srcOrd="6" destOrd="0" presId="urn:microsoft.com/office/officeart/2005/8/layout/list1"/>
    <dgm:cxn modelId="{C58EECD5-4CC0-4DBC-B2AB-1360348FDF17}" type="presParOf" srcId="{57DE1CDD-2076-4FDF-8AB7-428EB7CADC2B}" destId="{E8E9C839-E557-4C9F-AA81-8ACEEAB0BAB8}" srcOrd="7" destOrd="0" presId="urn:microsoft.com/office/officeart/2005/8/layout/list1"/>
    <dgm:cxn modelId="{1369D7B2-0480-43CB-92C2-7F5B1566AA17}" type="presParOf" srcId="{57DE1CDD-2076-4FDF-8AB7-428EB7CADC2B}" destId="{FC062C0A-5566-48E6-8213-8EE287F88B97}" srcOrd="8" destOrd="0" presId="urn:microsoft.com/office/officeart/2005/8/layout/list1"/>
    <dgm:cxn modelId="{875970B5-A412-46B2-97C1-68ACDCE7D2DE}" type="presParOf" srcId="{FC062C0A-5566-48E6-8213-8EE287F88B97}" destId="{20ABDF43-7363-41F8-B63F-D11CCA6E1AA7}" srcOrd="0" destOrd="0" presId="urn:microsoft.com/office/officeart/2005/8/layout/list1"/>
    <dgm:cxn modelId="{64CBD454-3853-490B-A4AB-C05663B7A8C9}" type="presParOf" srcId="{FC062C0A-5566-48E6-8213-8EE287F88B97}" destId="{441C2B39-4F82-4CF9-BCE5-5DE9C5CDFFB9}" srcOrd="1" destOrd="0" presId="urn:microsoft.com/office/officeart/2005/8/layout/list1"/>
    <dgm:cxn modelId="{424BC2E3-FFC0-4161-A1AE-8F94DC1CFB6C}" type="presParOf" srcId="{57DE1CDD-2076-4FDF-8AB7-428EB7CADC2B}" destId="{B1A94082-F20E-4507-9E61-C62C65FBCF6F}" srcOrd="9" destOrd="0" presId="urn:microsoft.com/office/officeart/2005/8/layout/list1"/>
    <dgm:cxn modelId="{2C45C68C-879F-46A9-9C2D-B5C0AFA4D290}" type="presParOf" srcId="{57DE1CDD-2076-4FDF-8AB7-428EB7CADC2B}" destId="{732F229C-AF54-4DB4-AFDF-E4CBD93B5BC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0AD005-FA31-4DFD-A093-1107A2384FAA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3600ADA-7E39-4589-B7ED-0DF2B19F701E}">
      <dgm:prSet phldrT="[Text]" custT="1"/>
      <dgm:spPr/>
      <dgm:t>
        <a:bodyPr/>
        <a:lstStyle/>
        <a:p>
          <a:r>
            <a:rPr lang="en-US" sz="2000" b="1" dirty="0"/>
            <a:t>Rigid Boards</a:t>
          </a:r>
          <a:r>
            <a:rPr lang="en-US" sz="2000" dirty="0"/>
            <a:t>: Board layout contained within a rigid substrate</a:t>
          </a:r>
        </a:p>
      </dgm:t>
    </dgm:pt>
    <dgm:pt modelId="{D3A3F35B-CB45-432B-B6B0-60DF0345252B}" type="parTrans" cxnId="{8FC1D768-7382-4D61-9EF6-FDC5EF1C579E}">
      <dgm:prSet/>
      <dgm:spPr/>
      <dgm:t>
        <a:bodyPr/>
        <a:lstStyle/>
        <a:p>
          <a:endParaRPr lang="en-US" sz="2000"/>
        </a:p>
      </dgm:t>
    </dgm:pt>
    <dgm:pt modelId="{57EC3F63-3A5B-4BF7-BC82-2C39ECE5BFC7}" type="sibTrans" cxnId="{8FC1D768-7382-4D61-9EF6-FDC5EF1C579E}">
      <dgm:prSet/>
      <dgm:spPr/>
      <dgm:t>
        <a:bodyPr/>
        <a:lstStyle/>
        <a:p>
          <a:endParaRPr lang="en-US" sz="2000"/>
        </a:p>
      </dgm:t>
    </dgm:pt>
    <dgm:pt modelId="{4DF4AAF2-941F-4955-8202-1BE87B531617}">
      <dgm:prSet phldrT="[Text]" custT="1"/>
      <dgm:spPr/>
      <dgm:t>
        <a:bodyPr/>
        <a:lstStyle/>
        <a:p>
          <a:pPr algn="just"/>
          <a:r>
            <a:rPr lang="en-US" sz="2000" b="1" dirty="0"/>
            <a:t>Flexible Boards</a:t>
          </a:r>
          <a:r>
            <a:rPr lang="en-US" sz="2000" dirty="0"/>
            <a:t>: Composed of less rigid material that allows for far greater deflection</a:t>
          </a:r>
        </a:p>
        <a:p>
          <a:pPr algn="just"/>
          <a:r>
            <a:rPr lang="en-US" sz="2000" dirty="0"/>
            <a:t>Board thickness far less than standard rigid board</a:t>
          </a:r>
        </a:p>
      </dgm:t>
    </dgm:pt>
    <dgm:pt modelId="{B40E71BE-B93E-43DE-A2BD-B9920D6598D8}" type="parTrans" cxnId="{61753D20-EE31-4D6D-A8D3-4EAD79C878EC}">
      <dgm:prSet/>
      <dgm:spPr/>
      <dgm:t>
        <a:bodyPr/>
        <a:lstStyle/>
        <a:p>
          <a:endParaRPr lang="en-US" sz="2000"/>
        </a:p>
      </dgm:t>
    </dgm:pt>
    <dgm:pt modelId="{D6FD544B-5DCF-4A22-B8E4-D5D7F16433B2}" type="sibTrans" cxnId="{61753D20-EE31-4D6D-A8D3-4EAD79C878EC}">
      <dgm:prSet/>
      <dgm:spPr/>
      <dgm:t>
        <a:bodyPr/>
        <a:lstStyle/>
        <a:p>
          <a:endParaRPr lang="en-US" sz="2000"/>
        </a:p>
      </dgm:t>
    </dgm:pt>
    <dgm:pt modelId="{F3C338CD-0D31-442E-8FB7-9B4B1FA11800}">
      <dgm:prSet phldrT="[Text]" custT="1"/>
      <dgm:spPr/>
      <dgm:t>
        <a:bodyPr/>
        <a:lstStyle/>
        <a:p>
          <a:pPr algn="just"/>
          <a:r>
            <a:rPr lang="en-US" sz="2000" b="1" dirty="0"/>
            <a:t>A metal-core PCB</a:t>
          </a:r>
          <a:r>
            <a:rPr lang="en-US" sz="2000" dirty="0"/>
            <a:t>: Offshoot of rigid board designs</a:t>
          </a:r>
        </a:p>
        <a:p>
          <a:pPr algn="just"/>
          <a:r>
            <a:rPr lang="en-US" sz="2000" dirty="0"/>
            <a:t>Increased ability to dissipate heat throughout the board to protect sensitive circuitry</a:t>
          </a:r>
        </a:p>
      </dgm:t>
    </dgm:pt>
    <dgm:pt modelId="{1795A9F8-473B-4B83-A74B-88081F108CFF}" type="parTrans" cxnId="{FE33ACFD-E36C-411F-924E-5828027EC991}">
      <dgm:prSet/>
      <dgm:spPr/>
      <dgm:t>
        <a:bodyPr/>
        <a:lstStyle/>
        <a:p>
          <a:endParaRPr lang="en-US" sz="2000"/>
        </a:p>
      </dgm:t>
    </dgm:pt>
    <dgm:pt modelId="{E3E2153F-FD36-4798-8327-FE9184D4D890}" type="sibTrans" cxnId="{FE33ACFD-E36C-411F-924E-5828027EC991}">
      <dgm:prSet/>
      <dgm:spPr/>
      <dgm:t>
        <a:bodyPr/>
        <a:lstStyle/>
        <a:p>
          <a:endParaRPr lang="en-US" sz="2000"/>
        </a:p>
      </dgm:t>
    </dgm:pt>
    <dgm:pt modelId="{B8EAB0AF-D506-46B0-A54C-A884B2BDA76A}" type="pres">
      <dgm:prSet presAssocID="{2A0AD005-FA31-4DFD-A093-1107A2384FAA}" presName="linear" presStyleCnt="0">
        <dgm:presLayoutVars>
          <dgm:dir/>
          <dgm:animLvl val="lvl"/>
          <dgm:resizeHandles val="exact"/>
        </dgm:presLayoutVars>
      </dgm:prSet>
      <dgm:spPr/>
    </dgm:pt>
    <dgm:pt modelId="{B0DDAD58-9352-45E4-B594-5196A97E6153}" type="pres">
      <dgm:prSet presAssocID="{33600ADA-7E39-4589-B7ED-0DF2B19F701E}" presName="parentLin" presStyleCnt="0"/>
      <dgm:spPr/>
    </dgm:pt>
    <dgm:pt modelId="{CBCD388F-ECC0-4530-9EA2-A47EE9815BA8}" type="pres">
      <dgm:prSet presAssocID="{33600ADA-7E39-4589-B7ED-0DF2B19F701E}" presName="parentLeftMargin" presStyleLbl="node1" presStyleIdx="0" presStyleCnt="3"/>
      <dgm:spPr/>
    </dgm:pt>
    <dgm:pt modelId="{88C5AE66-0DB0-479A-9A0E-A3724B815603}" type="pres">
      <dgm:prSet presAssocID="{33600ADA-7E39-4589-B7ED-0DF2B19F701E}" presName="parentText" presStyleLbl="node1" presStyleIdx="0" presStyleCnt="3" custScaleX="132171" custScaleY="67766">
        <dgm:presLayoutVars>
          <dgm:chMax val="0"/>
          <dgm:bulletEnabled val="1"/>
        </dgm:presLayoutVars>
      </dgm:prSet>
      <dgm:spPr/>
    </dgm:pt>
    <dgm:pt modelId="{851887B5-1AF4-4F41-9F30-F3081697C01A}" type="pres">
      <dgm:prSet presAssocID="{33600ADA-7E39-4589-B7ED-0DF2B19F701E}" presName="negativeSpace" presStyleCnt="0"/>
      <dgm:spPr/>
    </dgm:pt>
    <dgm:pt modelId="{CC579F13-3D86-4C78-BF41-F613B745A9B5}" type="pres">
      <dgm:prSet presAssocID="{33600ADA-7E39-4589-B7ED-0DF2B19F701E}" presName="childText" presStyleLbl="conFgAcc1" presStyleIdx="0" presStyleCnt="3">
        <dgm:presLayoutVars>
          <dgm:bulletEnabled val="1"/>
        </dgm:presLayoutVars>
      </dgm:prSet>
      <dgm:spPr/>
    </dgm:pt>
    <dgm:pt modelId="{FC77BD1B-C4C3-4F08-97D4-41F8402E0ED0}" type="pres">
      <dgm:prSet presAssocID="{57EC3F63-3A5B-4BF7-BC82-2C39ECE5BFC7}" presName="spaceBetweenRectangles" presStyleCnt="0"/>
      <dgm:spPr/>
    </dgm:pt>
    <dgm:pt modelId="{D4BD5BC4-8F92-4873-9EBA-C5978C6BA1D1}" type="pres">
      <dgm:prSet presAssocID="{4DF4AAF2-941F-4955-8202-1BE87B531617}" presName="parentLin" presStyleCnt="0"/>
      <dgm:spPr/>
    </dgm:pt>
    <dgm:pt modelId="{B75AAA54-E6F7-4021-88F0-4AB8E6AC02A0}" type="pres">
      <dgm:prSet presAssocID="{4DF4AAF2-941F-4955-8202-1BE87B531617}" presName="parentLeftMargin" presStyleLbl="node1" presStyleIdx="0" presStyleCnt="3"/>
      <dgm:spPr/>
    </dgm:pt>
    <dgm:pt modelId="{D9E6AAD0-0764-48BD-957B-3EADFD411864}" type="pres">
      <dgm:prSet presAssocID="{4DF4AAF2-941F-4955-8202-1BE87B531617}" presName="parentText" presStyleLbl="node1" presStyleIdx="1" presStyleCnt="3" custScaleX="133007" custScaleY="116241">
        <dgm:presLayoutVars>
          <dgm:chMax val="0"/>
          <dgm:bulletEnabled val="1"/>
        </dgm:presLayoutVars>
      </dgm:prSet>
      <dgm:spPr/>
    </dgm:pt>
    <dgm:pt modelId="{D01F27B2-BF38-472A-B10E-4CB783C63491}" type="pres">
      <dgm:prSet presAssocID="{4DF4AAF2-941F-4955-8202-1BE87B531617}" presName="negativeSpace" presStyleCnt="0"/>
      <dgm:spPr/>
    </dgm:pt>
    <dgm:pt modelId="{BFF1738F-4F98-4DF1-8C8F-1E44633F2933}" type="pres">
      <dgm:prSet presAssocID="{4DF4AAF2-941F-4955-8202-1BE87B531617}" presName="childText" presStyleLbl="conFgAcc1" presStyleIdx="1" presStyleCnt="3">
        <dgm:presLayoutVars>
          <dgm:bulletEnabled val="1"/>
        </dgm:presLayoutVars>
      </dgm:prSet>
      <dgm:spPr/>
    </dgm:pt>
    <dgm:pt modelId="{48EC0D0C-6A86-414B-BE48-9B394079A85C}" type="pres">
      <dgm:prSet presAssocID="{D6FD544B-5DCF-4A22-B8E4-D5D7F16433B2}" presName="spaceBetweenRectangles" presStyleCnt="0"/>
      <dgm:spPr/>
    </dgm:pt>
    <dgm:pt modelId="{6BF0AE61-8904-46F9-8AD1-68975B585D60}" type="pres">
      <dgm:prSet presAssocID="{F3C338CD-0D31-442E-8FB7-9B4B1FA11800}" presName="parentLin" presStyleCnt="0"/>
      <dgm:spPr/>
    </dgm:pt>
    <dgm:pt modelId="{604ECD6A-8BAD-4C36-BDED-C19FAE2EF8A1}" type="pres">
      <dgm:prSet presAssocID="{F3C338CD-0D31-442E-8FB7-9B4B1FA11800}" presName="parentLeftMargin" presStyleLbl="node1" presStyleIdx="1" presStyleCnt="3"/>
      <dgm:spPr/>
    </dgm:pt>
    <dgm:pt modelId="{6B8F2B64-EB54-49EE-931E-8944E0669161}" type="pres">
      <dgm:prSet presAssocID="{F3C338CD-0D31-442E-8FB7-9B4B1FA11800}" presName="parentText" presStyleLbl="node1" presStyleIdx="2" presStyleCnt="3" custScaleX="132353">
        <dgm:presLayoutVars>
          <dgm:chMax val="0"/>
          <dgm:bulletEnabled val="1"/>
        </dgm:presLayoutVars>
      </dgm:prSet>
      <dgm:spPr/>
    </dgm:pt>
    <dgm:pt modelId="{283B0C2E-6A60-4DC7-9F51-8A183A723CEA}" type="pres">
      <dgm:prSet presAssocID="{F3C338CD-0D31-442E-8FB7-9B4B1FA11800}" presName="negativeSpace" presStyleCnt="0"/>
      <dgm:spPr/>
    </dgm:pt>
    <dgm:pt modelId="{6E10F788-CB84-445F-937D-2C1C11FD11D8}" type="pres">
      <dgm:prSet presAssocID="{F3C338CD-0D31-442E-8FB7-9B4B1FA1180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1753D20-EE31-4D6D-A8D3-4EAD79C878EC}" srcId="{2A0AD005-FA31-4DFD-A093-1107A2384FAA}" destId="{4DF4AAF2-941F-4955-8202-1BE87B531617}" srcOrd="1" destOrd="0" parTransId="{B40E71BE-B93E-43DE-A2BD-B9920D6598D8}" sibTransId="{D6FD544B-5DCF-4A22-B8E4-D5D7F16433B2}"/>
    <dgm:cxn modelId="{F09E023B-5446-4FDD-88C5-11C84FA290FE}" type="presOf" srcId="{F3C338CD-0D31-442E-8FB7-9B4B1FA11800}" destId="{6B8F2B64-EB54-49EE-931E-8944E0669161}" srcOrd="1" destOrd="0" presId="urn:microsoft.com/office/officeart/2005/8/layout/list1"/>
    <dgm:cxn modelId="{8FC1D768-7382-4D61-9EF6-FDC5EF1C579E}" srcId="{2A0AD005-FA31-4DFD-A093-1107A2384FAA}" destId="{33600ADA-7E39-4589-B7ED-0DF2B19F701E}" srcOrd="0" destOrd="0" parTransId="{D3A3F35B-CB45-432B-B6B0-60DF0345252B}" sibTransId="{57EC3F63-3A5B-4BF7-BC82-2C39ECE5BFC7}"/>
    <dgm:cxn modelId="{1D33334D-8712-4C8F-BB1A-DD3F73DC6BF6}" type="presOf" srcId="{33600ADA-7E39-4589-B7ED-0DF2B19F701E}" destId="{88C5AE66-0DB0-479A-9A0E-A3724B815603}" srcOrd="1" destOrd="0" presId="urn:microsoft.com/office/officeart/2005/8/layout/list1"/>
    <dgm:cxn modelId="{93BC8686-9BB3-43E1-B3C3-DA1760215E88}" type="presOf" srcId="{4DF4AAF2-941F-4955-8202-1BE87B531617}" destId="{D9E6AAD0-0764-48BD-957B-3EADFD411864}" srcOrd="1" destOrd="0" presId="urn:microsoft.com/office/officeart/2005/8/layout/list1"/>
    <dgm:cxn modelId="{5A3B129B-CE57-4A78-A2DC-B4774915D63D}" type="presOf" srcId="{2A0AD005-FA31-4DFD-A093-1107A2384FAA}" destId="{B8EAB0AF-D506-46B0-A54C-A884B2BDA76A}" srcOrd="0" destOrd="0" presId="urn:microsoft.com/office/officeart/2005/8/layout/list1"/>
    <dgm:cxn modelId="{DA9099AB-CF96-41BB-A8B3-1D3E910364BE}" type="presOf" srcId="{F3C338CD-0D31-442E-8FB7-9B4B1FA11800}" destId="{604ECD6A-8BAD-4C36-BDED-C19FAE2EF8A1}" srcOrd="0" destOrd="0" presId="urn:microsoft.com/office/officeart/2005/8/layout/list1"/>
    <dgm:cxn modelId="{6370BFE5-63D9-4F1A-AA3D-F55819AED434}" type="presOf" srcId="{33600ADA-7E39-4589-B7ED-0DF2B19F701E}" destId="{CBCD388F-ECC0-4530-9EA2-A47EE9815BA8}" srcOrd="0" destOrd="0" presId="urn:microsoft.com/office/officeart/2005/8/layout/list1"/>
    <dgm:cxn modelId="{AD3BB7FB-D891-4CE1-B8AB-73ADBDF5BF72}" type="presOf" srcId="{4DF4AAF2-941F-4955-8202-1BE87B531617}" destId="{B75AAA54-E6F7-4021-88F0-4AB8E6AC02A0}" srcOrd="0" destOrd="0" presId="urn:microsoft.com/office/officeart/2005/8/layout/list1"/>
    <dgm:cxn modelId="{FE33ACFD-E36C-411F-924E-5828027EC991}" srcId="{2A0AD005-FA31-4DFD-A093-1107A2384FAA}" destId="{F3C338CD-0D31-442E-8FB7-9B4B1FA11800}" srcOrd="2" destOrd="0" parTransId="{1795A9F8-473B-4B83-A74B-88081F108CFF}" sibTransId="{E3E2153F-FD36-4798-8327-FE9184D4D890}"/>
    <dgm:cxn modelId="{93D7F96C-CF41-4CAA-928A-6FA1B5F565FF}" type="presParOf" srcId="{B8EAB0AF-D506-46B0-A54C-A884B2BDA76A}" destId="{B0DDAD58-9352-45E4-B594-5196A97E6153}" srcOrd="0" destOrd="0" presId="urn:microsoft.com/office/officeart/2005/8/layout/list1"/>
    <dgm:cxn modelId="{926865BF-5CC6-4BCA-954C-2F5536F722A5}" type="presParOf" srcId="{B0DDAD58-9352-45E4-B594-5196A97E6153}" destId="{CBCD388F-ECC0-4530-9EA2-A47EE9815BA8}" srcOrd="0" destOrd="0" presId="urn:microsoft.com/office/officeart/2005/8/layout/list1"/>
    <dgm:cxn modelId="{15B08BD4-AE85-4AFB-9C47-3B2EBB787995}" type="presParOf" srcId="{B0DDAD58-9352-45E4-B594-5196A97E6153}" destId="{88C5AE66-0DB0-479A-9A0E-A3724B815603}" srcOrd="1" destOrd="0" presId="urn:microsoft.com/office/officeart/2005/8/layout/list1"/>
    <dgm:cxn modelId="{6557B2E3-F6D7-42B3-BA28-3F90687A1301}" type="presParOf" srcId="{B8EAB0AF-D506-46B0-A54C-A884B2BDA76A}" destId="{851887B5-1AF4-4F41-9F30-F3081697C01A}" srcOrd="1" destOrd="0" presId="urn:microsoft.com/office/officeart/2005/8/layout/list1"/>
    <dgm:cxn modelId="{609BC9FB-EACE-4FE1-B546-4C82167542DA}" type="presParOf" srcId="{B8EAB0AF-D506-46B0-A54C-A884B2BDA76A}" destId="{CC579F13-3D86-4C78-BF41-F613B745A9B5}" srcOrd="2" destOrd="0" presId="urn:microsoft.com/office/officeart/2005/8/layout/list1"/>
    <dgm:cxn modelId="{0B9932BC-1EA6-4A96-BEEA-539945200926}" type="presParOf" srcId="{B8EAB0AF-D506-46B0-A54C-A884B2BDA76A}" destId="{FC77BD1B-C4C3-4F08-97D4-41F8402E0ED0}" srcOrd="3" destOrd="0" presId="urn:microsoft.com/office/officeart/2005/8/layout/list1"/>
    <dgm:cxn modelId="{2ABAE084-2649-466E-B4C3-430E6BF09AE5}" type="presParOf" srcId="{B8EAB0AF-D506-46B0-A54C-A884B2BDA76A}" destId="{D4BD5BC4-8F92-4873-9EBA-C5978C6BA1D1}" srcOrd="4" destOrd="0" presId="urn:microsoft.com/office/officeart/2005/8/layout/list1"/>
    <dgm:cxn modelId="{0A82B50D-717F-458E-A248-A99342A1F5AB}" type="presParOf" srcId="{D4BD5BC4-8F92-4873-9EBA-C5978C6BA1D1}" destId="{B75AAA54-E6F7-4021-88F0-4AB8E6AC02A0}" srcOrd="0" destOrd="0" presId="urn:microsoft.com/office/officeart/2005/8/layout/list1"/>
    <dgm:cxn modelId="{8F102E2F-41CC-4FCF-82BB-6A09F68FFE3E}" type="presParOf" srcId="{D4BD5BC4-8F92-4873-9EBA-C5978C6BA1D1}" destId="{D9E6AAD0-0764-48BD-957B-3EADFD411864}" srcOrd="1" destOrd="0" presId="urn:microsoft.com/office/officeart/2005/8/layout/list1"/>
    <dgm:cxn modelId="{5A32F6BD-A762-48A4-A247-3E05AAF37AEE}" type="presParOf" srcId="{B8EAB0AF-D506-46B0-A54C-A884B2BDA76A}" destId="{D01F27B2-BF38-472A-B10E-4CB783C63491}" srcOrd="5" destOrd="0" presId="urn:microsoft.com/office/officeart/2005/8/layout/list1"/>
    <dgm:cxn modelId="{228024D6-482F-4543-A2D9-DC19A87548C5}" type="presParOf" srcId="{B8EAB0AF-D506-46B0-A54C-A884B2BDA76A}" destId="{BFF1738F-4F98-4DF1-8C8F-1E44633F2933}" srcOrd="6" destOrd="0" presId="urn:microsoft.com/office/officeart/2005/8/layout/list1"/>
    <dgm:cxn modelId="{ABE5A99A-6B8F-4403-80C1-441D58147122}" type="presParOf" srcId="{B8EAB0AF-D506-46B0-A54C-A884B2BDA76A}" destId="{48EC0D0C-6A86-414B-BE48-9B394079A85C}" srcOrd="7" destOrd="0" presId="urn:microsoft.com/office/officeart/2005/8/layout/list1"/>
    <dgm:cxn modelId="{DAF704A2-4E23-4DDB-B35E-F164E0DD1F4F}" type="presParOf" srcId="{B8EAB0AF-D506-46B0-A54C-A884B2BDA76A}" destId="{6BF0AE61-8904-46F9-8AD1-68975B585D60}" srcOrd="8" destOrd="0" presId="urn:microsoft.com/office/officeart/2005/8/layout/list1"/>
    <dgm:cxn modelId="{A7CFBED9-229D-47DF-A3B2-8B4C1F784ADE}" type="presParOf" srcId="{6BF0AE61-8904-46F9-8AD1-68975B585D60}" destId="{604ECD6A-8BAD-4C36-BDED-C19FAE2EF8A1}" srcOrd="0" destOrd="0" presId="urn:microsoft.com/office/officeart/2005/8/layout/list1"/>
    <dgm:cxn modelId="{0B16F1B6-A997-4F25-872E-C136F4966B5E}" type="presParOf" srcId="{6BF0AE61-8904-46F9-8AD1-68975B585D60}" destId="{6B8F2B64-EB54-49EE-931E-8944E0669161}" srcOrd="1" destOrd="0" presId="urn:microsoft.com/office/officeart/2005/8/layout/list1"/>
    <dgm:cxn modelId="{B0279ABE-4E6F-4438-B95F-7E657D5DF787}" type="presParOf" srcId="{B8EAB0AF-D506-46B0-A54C-A884B2BDA76A}" destId="{283B0C2E-6A60-4DC7-9F51-8A183A723CEA}" srcOrd="9" destOrd="0" presId="urn:microsoft.com/office/officeart/2005/8/layout/list1"/>
    <dgm:cxn modelId="{639B9580-9BF2-46AE-8474-CBD902073CDD}" type="presParOf" srcId="{B8EAB0AF-D506-46B0-A54C-A884B2BDA76A}" destId="{6E10F788-CB84-445F-937D-2C1C11FD11D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4D8540-B7FE-48FE-A012-03B11B113760}" type="doc">
      <dgm:prSet loTypeId="urn:microsoft.com/office/officeart/2005/8/layout/h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7CFF2D2-CCF6-49B2-BE0A-45CB7C7AB5C4}">
      <dgm:prSet phldrT="[Text]" custT="1"/>
      <dgm:spPr/>
      <dgm:t>
        <a:bodyPr/>
        <a:lstStyle/>
        <a:p>
          <a:pPr algn="r"/>
          <a:r>
            <a:rPr lang="en-US" sz="2000" dirty="0"/>
            <a:t>Develop the library CAD parts</a:t>
          </a:r>
        </a:p>
      </dgm:t>
    </dgm:pt>
    <dgm:pt modelId="{81E45174-5F99-467D-8128-D497FF69B491}" type="parTrans" cxnId="{1CA706B1-5FB7-4A35-9C6C-D7859A50A1E7}">
      <dgm:prSet/>
      <dgm:spPr/>
      <dgm:t>
        <a:bodyPr/>
        <a:lstStyle/>
        <a:p>
          <a:pPr algn="just"/>
          <a:endParaRPr lang="en-US" sz="1400"/>
        </a:p>
      </dgm:t>
    </dgm:pt>
    <dgm:pt modelId="{EA574046-EAEE-4165-9D7B-2F44B740BCC5}" type="sibTrans" cxnId="{1CA706B1-5FB7-4A35-9C6C-D7859A50A1E7}">
      <dgm:prSet/>
      <dgm:spPr/>
      <dgm:t>
        <a:bodyPr/>
        <a:lstStyle/>
        <a:p>
          <a:pPr algn="just"/>
          <a:endParaRPr lang="en-US" sz="1400"/>
        </a:p>
      </dgm:t>
    </dgm:pt>
    <dgm:pt modelId="{79022FC2-83CC-4063-8AFA-45C66762235F}">
      <dgm:prSet phldrT="[Text]" custT="1"/>
      <dgm:spPr/>
      <dgm:t>
        <a:bodyPr/>
        <a:lstStyle/>
        <a:p>
          <a:pPr algn="just"/>
          <a:r>
            <a:rPr lang="en-US" sz="1400" dirty="0"/>
            <a:t>Library includes schematic symbols, simulation models, footprints for PCB layout and step models for 3D PCB display</a:t>
          </a:r>
        </a:p>
      </dgm:t>
    </dgm:pt>
    <dgm:pt modelId="{6324CCFA-CC7D-4D3C-8021-8EFE2BA89C90}" type="parTrans" cxnId="{8148E71D-3AF0-46D6-8224-7A598272DFE8}">
      <dgm:prSet/>
      <dgm:spPr/>
      <dgm:t>
        <a:bodyPr/>
        <a:lstStyle/>
        <a:p>
          <a:pPr algn="just"/>
          <a:endParaRPr lang="en-US" sz="1400"/>
        </a:p>
      </dgm:t>
    </dgm:pt>
    <dgm:pt modelId="{C46E9B87-C8CD-457C-A148-872BE92AE22F}" type="sibTrans" cxnId="{8148E71D-3AF0-46D6-8224-7A598272DFE8}">
      <dgm:prSet/>
      <dgm:spPr/>
      <dgm:t>
        <a:bodyPr/>
        <a:lstStyle/>
        <a:p>
          <a:pPr algn="just"/>
          <a:endParaRPr lang="en-US" sz="1400"/>
        </a:p>
      </dgm:t>
    </dgm:pt>
    <dgm:pt modelId="{AF7F59B9-2D10-4A7F-984B-DBE3ED49C9BC}">
      <dgm:prSet phldrT="[Text]" custT="1"/>
      <dgm:spPr/>
      <dgm:t>
        <a:bodyPr/>
        <a:lstStyle/>
        <a:p>
          <a:pPr algn="r"/>
          <a:r>
            <a:rPr lang="en-US" sz="2000" dirty="0"/>
            <a:t>Layout</a:t>
          </a:r>
        </a:p>
      </dgm:t>
    </dgm:pt>
    <dgm:pt modelId="{916E82A4-34DC-4BD5-A514-F0CD89C699A2}" type="parTrans" cxnId="{5335D18E-357A-4CB1-8FAF-2E984EDE07E8}">
      <dgm:prSet/>
      <dgm:spPr/>
      <dgm:t>
        <a:bodyPr/>
        <a:lstStyle/>
        <a:p>
          <a:pPr algn="just"/>
          <a:endParaRPr lang="en-US" sz="1400"/>
        </a:p>
      </dgm:t>
    </dgm:pt>
    <dgm:pt modelId="{C3923E07-9B94-4FC0-A6EA-E63ADD39FD54}" type="sibTrans" cxnId="{5335D18E-357A-4CB1-8FAF-2E984EDE07E8}">
      <dgm:prSet/>
      <dgm:spPr/>
      <dgm:t>
        <a:bodyPr/>
        <a:lstStyle/>
        <a:p>
          <a:pPr algn="just"/>
          <a:endParaRPr lang="en-US" sz="1400"/>
        </a:p>
      </dgm:t>
    </dgm:pt>
    <dgm:pt modelId="{C2C9A3AB-7692-46DC-871E-C99C7DA41C4A}">
      <dgm:prSet phldrT="[Text]" custT="1"/>
      <dgm:spPr/>
      <dgm:t>
        <a:bodyPr/>
        <a:lstStyle/>
        <a:p>
          <a:pPr algn="just"/>
          <a:r>
            <a:rPr lang="en-US" sz="1400" dirty="0"/>
            <a:t>Component are optimally organized</a:t>
          </a:r>
        </a:p>
      </dgm:t>
    </dgm:pt>
    <dgm:pt modelId="{CF2FB1FE-E735-41DB-BD34-2157B1118726}" type="parTrans" cxnId="{EB235116-1296-4AED-9542-18FDDEC904AB}">
      <dgm:prSet/>
      <dgm:spPr/>
      <dgm:t>
        <a:bodyPr/>
        <a:lstStyle/>
        <a:p>
          <a:pPr algn="just"/>
          <a:endParaRPr lang="en-US" sz="1400"/>
        </a:p>
      </dgm:t>
    </dgm:pt>
    <dgm:pt modelId="{B9491961-E0C9-4509-B5BA-2B9166EB8183}" type="sibTrans" cxnId="{EB235116-1296-4AED-9542-18FDDEC904AB}">
      <dgm:prSet/>
      <dgm:spPr/>
      <dgm:t>
        <a:bodyPr/>
        <a:lstStyle/>
        <a:p>
          <a:pPr algn="just"/>
          <a:endParaRPr lang="en-US" sz="1400"/>
        </a:p>
      </dgm:t>
    </dgm:pt>
    <dgm:pt modelId="{FA16D3FF-5492-4BB4-9548-C4128D8CE9A7}">
      <dgm:prSet phldrT="[Text]" custT="1"/>
      <dgm:spPr/>
      <dgm:t>
        <a:bodyPr/>
        <a:lstStyle/>
        <a:p>
          <a:pPr algn="just"/>
          <a:r>
            <a:rPr lang="en-US" sz="1400" dirty="0"/>
            <a:t>Connect the nets to the pins by drawing the traces and planes between the pins</a:t>
          </a:r>
        </a:p>
      </dgm:t>
    </dgm:pt>
    <dgm:pt modelId="{6D9B87E7-0311-44AC-A3B1-AF970DCCC780}" type="parTrans" cxnId="{C0312C4B-8676-4119-8801-E770529D1359}">
      <dgm:prSet/>
      <dgm:spPr/>
      <dgm:t>
        <a:bodyPr/>
        <a:lstStyle/>
        <a:p>
          <a:pPr algn="just"/>
          <a:endParaRPr lang="en-US" sz="1400"/>
        </a:p>
      </dgm:t>
    </dgm:pt>
    <dgm:pt modelId="{2ECE5FD9-1408-4F97-90EF-60C644D9729D}" type="sibTrans" cxnId="{C0312C4B-8676-4119-8801-E770529D1359}">
      <dgm:prSet/>
      <dgm:spPr/>
      <dgm:t>
        <a:bodyPr/>
        <a:lstStyle/>
        <a:p>
          <a:pPr algn="just"/>
          <a:endParaRPr lang="en-US" sz="1400"/>
        </a:p>
      </dgm:t>
    </dgm:pt>
    <dgm:pt modelId="{3A342C9E-63B2-45AA-8BB1-A7BB2902DD3B}">
      <dgm:prSet phldrT="[Text]" custT="1"/>
      <dgm:spPr/>
      <dgm:t>
        <a:bodyPr/>
        <a:lstStyle/>
        <a:p>
          <a:pPr algn="just"/>
          <a:r>
            <a:rPr lang="en-US" sz="1400" dirty="0"/>
            <a:t>Design rules prevent the traces of one net from touching another net </a:t>
          </a:r>
        </a:p>
      </dgm:t>
    </dgm:pt>
    <dgm:pt modelId="{486134D9-766D-4516-865F-DC3A1B720EF2}" type="parTrans" cxnId="{5D85C4AC-6B3F-4D30-8D8D-EB151F936B32}">
      <dgm:prSet/>
      <dgm:spPr/>
      <dgm:t>
        <a:bodyPr/>
        <a:lstStyle/>
        <a:p>
          <a:pPr algn="just"/>
          <a:endParaRPr lang="en-US" sz="1400"/>
        </a:p>
      </dgm:t>
    </dgm:pt>
    <dgm:pt modelId="{41D426C4-00B2-4398-8714-1E0B2DFD8C29}" type="sibTrans" cxnId="{5D85C4AC-6B3F-4D30-8D8D-EB151F936B32}">
      <dgm:prSet/>
      <dgm:spPr/>
      <dgm:t>
        <a:bodyPr/>
        <a:lstStyle/>
        <a:p>
          <a:pPr algn="just"/>
          <a:endParaRPr lang="en-US" sz="1400"/>
        </a:p>
      </dgm:t>
    </dgm:pt>
    <dgm:pt modelId="{2C597A97-623F-47F1-8586-1EDD17BAF57E}">
      <dgm:prSet phldrT="[Text]" custT="1"/>
      <dgm:spPr/>
      <dgm:t>
        <a:bodyPr/>
        <a:lstStyle/>
        <a:p>
          <a:pPr algn="just"/>
          <a:r>
            <a:rPr lang="en-US" sz="1400" dirty="0"/>
            <a:t>Manufacturing drawings and the output files  are created  for being used to build the board</a:t>
          </a:r>
        </a:p>
      </dgm:t>
    </dgm:pt>
    <dgm:pt modelId="{5BDED12E-967D-48B2-805D-0636A3D86ADC}" type="parTrans" cxnId="{128820AA-8175-468B-A858-02E4D0B915A9}">
      <dgm:prSet/>
      <dgm:spPr/>
      <dgm:t>
        <a:bodyPr/>
        <a:lstStyle/>
        <a:p>
          <a:pPr algn="just"/>
          <a:endParaRPr lang="en-US" sz="1400"/>
        </a:p>
      </dgm:t>
    </dgm:pt>
    <dgm:pt modelId="{57CBC120-D2B7-4EDC-89A3-4742A0A9B623}" type="sibTrans" cxnId="{128820AA-8175-468B-A858-02E4D0B915A9}">
      <dgm:prSet/>
      <dgm:spPr/>
      <dgm:t>
        <a:bodyPr/>
        <a:lstStyle/>
        <a:p>
          <a:pPr algn="just"/>
          <a:endParaRPr lang="en-US" sz="1400"/>
        </a:p>
      </dgm:t>
    </dgm:pt>
    <dgm:pt modelId="{80D3F91D-3772-482F-82A2-78CD075F17C0}">
      <dgm:prSet phldrT="[Text]" custT="1"/>
      <dgm:spPr/>
      <dgm:t>
        <a:bodyPr/>
        <a:lstStyle/>
        <a:p>
          <a:pPr algn="just"/>
          <a:r>
            <a:rPr lang="en-US" sz="1400" dirty="0"/>
            <a:t>Creation of logical representation of the circuitry on a schematic</a:t>
          </a:r>
        </a:p>
      </dgm:t>
    </dgm:pt>
    <dgm:pt modelId="{56BB325C-D922-4BB7-AC54-2EAB9EDBD2AB}" type="sibTrans" cxnId="{86A10975-302C-44C8-8AFF-10345158B68F}">
      <dgm:prSet/>
      <dgm:spPr/>
      <dgm:t>
        <a:bodyPr/>
        <a:lstStyle/>
        <a:p>
          <a:pPr algn="just"/>
          <a:endParaRPr lang="en-US" sz="1400"/>
        </a:p>
      </dgm:t>
    </dgm:pt>
    <dgm:pt modelId="{874D4735-80AB-4476-BDED-25C0B5C9B7E7}" type="parTrans" cxnId="{86A10975-302C-44C8-8AFF-10345158B68F}">
      <dgm:prSet/>
      <dgm:spPr/>
      <dgm:t>
        <a:bodyPr/>
        <a:lstStyle/>
        <a:p>
          <a:pPr algn="just"/>
          <a:endParaRPr lang="en-US" sz="1400"/>
        </a:p>
      </dgm:t>
    </dgm:pt>
    <dgm:pt modelId="{26566AA8-D414-4F8D-9734-9D11FD96CBC3}">
      <dgm:prSet phldrT="[Text]" custT="1"/>
      <dgm:spPr/>
      <dgm:t>
        <a:bodyPr/>
        <a:lstStyle/>
        <a:p>
          <a:pPr algn="just"/>
          <a:r>
            <a:rPr lang="en-US" sz="1400" dirty="0"/>
            <a:t>Symbols placed on a schematic sheet, connected to form a circuitry, circuit simulation to verify electrical functioning, </a:t>
          </a:r>
        </a:p>
      </dgm:t>
    </dgm:pt>
    <dgm:pt modelId="{2BF98722-A083-4677-9D36-416D331EFE71}" type="sibTrans" cxnId="{3C689FEF-A2BD-404D-B3EF-270CB9E23ADB}">
      <dgm:prSet/>
      <dgm:spPr/>
      <dgm:t>
        <a:bodyPr/>
        <a:lstStyle/>
        <a:p>
          <a:pPr algn="just"/>
          <a:endParaRPr lang="en-US" sz="1400"/>
        </a:p>
      </dgm:t>
    </dgm:pt>
    <dgm:pt modelId="{BE33B9CA-02E3-4823-9A4E-46E5166BADCC}" type="parTrans" cxnId="{3C689FEF-A2BD-404D-B3EF-270CB9E23ADB}">
      <dgm:prSet/>
      <dgm:spPr/>
      <dgm:t>
        <a:bodyPr/>
        <a:lstStyle/>
        <a:p>
          <a:pPr algn="just"/>
          <a:endParaRPr lang="en-US" sz="1400"/>
        </a:p>
      </dgm:t>
    </dgm:pt>
    <dgm:pt modelId="{F34F96E0-5833-45BC-8E5A-AC0B84210487}">
      <dgm:prSet phldrT="[Text]" custT="1"/>
      <dgm:spPr/>
      <dgm:t>
        <a:bodyPr/>
        <a:lstStyle/>
        <a:p>
          <a:pPr algn="just"/>
          <a:r>
            <a:rPr lang="en-US" sz="1400" dirty="0"/>
            <a:t>Connectivity data sent by schematic tools to the layout tools</a:t>
          </a:r>
        </a:p>
      </dgm:t>
    </dgm:pt>
    <dgm:pt modelId="{FDE74A2E-835F-41BF-8B64-AE87EB04749F}" type="sibTrans" cxnId="{FB3B14DA-849D-4486-9C5A-DD030D6F7331}">
      <dgm:prSet/>
      <dgm:spPr/>
      <dgm:t>
        <a:bodyPr/>
        <a:lstStyle/>
        <a:p>
          <a:pPr algn="just"/>
          <a:endParaRPr lang="en-US" sz="1400"/>
        </a:p>
      </dgm:t>
    </dgm:pt>
    <dgm:pt modelId="{3516B37A-016F-47AB-9DBA-2FC264F9CDC8}" type="parTrans" cxnId="{FB3B14DA-849D-4486-9C5A-DD030D6F7331}">
      <dgm:prSet/>
      <dgm:spPr/>
      <dgm:t>
        <a:bodyPr/>
        <a:lstStyle/>
        <a:p>
          <a:pPr algn="just"/>
          <a:endParaRPr lang="en-US" sz="1400"/>
        </a:p>
      </dgm:t>
    </dgm:pt>
    <dgm:pt modelId="{8C873F7C-DAE9-4C04-AD00-EE7FA693457F}" type="pres">
      <dgm:prSet presAssocID="{FE4D8540-B7FE-48FE-A012-03B11B113760}" presName="linearFlow" presStyleCnt="0">
        <dgm:presLayoutVars>
          <dgm:dir/>
          <dgm:animLvl val="lvl"/>
          <dgm:resizeHandles/>
        </dgm:presLayoutVars>
      </dgm:prSet>
      <dgm:spPr/>
    </dgm:pt>
    <dgm:pt modelId="{DB90A471-02F0-4F8B-A496-A08B1FBA4162}" type="pres">
      <dgm:prSet presAssocID="{C7CFF2D2-CCF6-49B2-BE0A-45CB7C7AB5C4}" presName="compositeNode" presStyleCnt="0">
        <dgm:presLayoutVars>
          <dgm:bulletEnabled val="1"/>
        </dgm:presLayoutVars>
      </dgm:prSet>
      <dgm:spPr/>
    </dgm:pt>
    <dgm:pt modelId="{43A1BF10-3782-4F4B-9815-0094CA6EE300}" type="pres">
      <dgm:prSet presAssocID="{C7CFF2D2-CCF6-49B2-BE0A-45CB7C7AB5C4}" presName="image" presStyleLbl="fgImgPlace1" presStyleIdx="0" presStyleCnt="2"/>
      <dgm:spPr/>
    </dgm:pt>
    <dgm:pt modelId="{96BCB27A-E356-4021-BED6-6281150EB318}" type="pres">
      <dgm:prSet presAssocID="{C7CFF2D2-CCF6-49B2-BE0A-45CB7C7AB5C4}" presName="childNode" presStyleLbl="node1" presStyleIdx="0" presStyleCnt="2">
        <dgm:presLayoutVars>
          <dgm:bulletEnabled val="1"/>
        </dgm:presLayoutVars>
      </dgm:prSet>
      <dgm:spPr/>
    </dgm:pt>
    <dgm:pt modelId="{0E79CE6E-DAE9-42F9-A33B-8FA85094EB46}" type="pres">
      <dgm:prSet presAssocID="{C7CFF2D2-CCF6-49B2-BE0A-45CB7C7AB5C4}" presName="parentNode" presStyleLbl="revTx" presStyleIdx="0" presStyleCnt="2">
        <dgm:presLayoutVars>
          <dgm:chMax val="0"/>
          <dgm:bulletEnabled val="1"/>
        </dgm:presLayoutVars>
      </dgm:prSet>
      <dgm:spPr/>
    </dgm:pt>
    <dgm:pt modelId="{7ADF2494-6441-4816-B49A-78092122808B}" type="pres">
      <dgm:prSet presAssocID="{EA574046-EAEE-4165-9D7B-2F44B740BCC5}" presName="sibTrans" presStyleCnt="0"/>
      <dgm:spPr/>
    </dgm:pt>
    <dgm:pt modelId="{EBAD28D6-E66A-43E9-AC26-8AEE6F299BD1}" type="pres">
      <dgm:prSet presAssocID="{AF7F59B9-2D10-4A7F-984B-DBE3ED49C9BC}" presName="compositeNode" presStyleCnt="0">
        <dgm:presLayoutVars>
          <dgm:bulletEnabled val="1"/>
        </dgm:presLayoutVars>
      </dgm:prSet>
      <dgm:spPr/>
    </dgm:pt>
    <dgm:pt modelId="{11B21243-BED6-42AD-A108-2F6289C129FE}" type="pres">
      <dgm:prSet presAssocID="{AF7F59B9-2D10-4A7F-984B-DBE3ED49C9BC}" presName="image" presStyleLbl="fgImgPlace1" presStyleIdx="1" presStyleCnt="2"/>
      <dgm:spPr/>
    </dgm:pt>
    <dgm:pt modelId="{8158D0E8-2F86-4D21-BCB9-04340A9B6772}" type="pres">
      <dgm:prSet presAssocID="{AF7F59B9-2D10-4A7F-984B-DBE3ED49C9BC}" presName="childNode" presStyleLbl="node1" presStyleIdx="1" presStyleCnt="2">
        <dgm:presLayoutVars>
          <dgm:bulletEnabled val="1"/>
        </dgm:presLayoutVars>
      </dgm:prSet>
      <dgm:spPr/>
    </dgm:pt>
    <dgm:pt modelId="{E94974D9-2C05-456E-B612-AFB74DC060A7}" type="pres">
      <dgm:prSet presAssocID="{AF7F59B9-2D10-4A7F-984B-DBE3ED49C9BC}" presName="parentNode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3A684004-FAE2-4B60-A9E8-6114188922EF}" type="presOf" srcId="{26566AA8-D414-4F8D-9734-9D11FD96CBC3}" destId="{96BCB27A-E356-4021-BED6-6281150EB318}" srcOrd="0" destOrd="2" presId="urn:microsoft.com/office/officeart/2005/8/layout/hList2"/>
    <dgm:cxn modelId="{7C69F50A-AE76-4F99-B3F3-983FAF205980}" type="presOf" srcId="{AF7F59B9-2D10-4A7F-984B-DBE3ED49C9BC}" destId="{E94974D9-2C05-456E-B612-AFB74DC060A7}" srcOrd="0" destOrd="0" presId="urn:microsoft.com/office/officeart/2005/8/layout/hList2"/>
    <dgm:cxn modelId="{EB235116-1296-4AED-9542-18FDDEC904AB}" srcId="{AF7F59B9-2D10-4A7F-984B-DBE3ED49C9BC}" destId="{C2C9A3AB-7692-46DC-871E-C99C7DA41C4A}" srcOrd="0" destOrd="0" parTransId="{CF2FB1FE-E735-41DB-BD34-2157B1118726}" sibTransId="{B9491961-E0C9-4509-B5BA-2B9166EB8183}"/>
    <dgm:cxn modelId="{86F3A01C-8110-4D70-BF1B-8829DBADF627}" type="presOf" srcId="{C7CFF2D2-CCF6-49B2-BE0A-45CB7C7AB5C4}" destId="{0E79CE6E-DAE9-42F9-A33B-8FA85094EB46}" srcOrd="0" destOrd="0" presId="urn:microsoft.com/office/officeart/2005/8/layout/hList2"/>
    <dgm:cxn modelId="{8148E71D-3AF0-46D6-8224-7A598272DFE8}" srcId="{C7CFF2D2-CCF6-49B2-BE0A-45CB7C7AB5C4}" destId="{79022FC2-83CC-4063-8AFA-45C66762235F}" srcOrd="0" destOrd="0" parTransId="{6324CCFA-CC7D-4D3C-8021-8EFE2BA89C90}" sibTransId="{C46E9B87-C8CD-457C-A148-872BE92AE22F}"/>
    <dgm:cxn modelId="{8C96A11F-9EB1-4DD3-9B22-3DDE392D59C1}" type="presOf" srcId="{3A342C9E-63B2-45AA-8BB1-A7BB2902DD3B}" destId="{8158D0E8-2F86-4D21-BCB9-04340A9B6772}" srcOrd="0" destOrd="2" presId="urn:microsoft.com/office/officeart/2005/8/layout/hList2"/>
    <dgm:cxn modelId="{657CED38-2F8F-43BC-A213-F0D3D4C25A11}" type="presOf" srcId="{79022FC2-83CC-4063-8AFA-45C66762235F}" destId="{96BCB27A-E356-4021-BED6-6281150EB318}" srcOrd="0" destOrd="0" presId="urn:microsoft.com/office/officeart/2005/8/layout/hList2"/>
    <dgm:cxn modelId="{0D99095D-A3AA-4D02-8646-850E8D645EB5}" type="presOf" srcId="{FE4D8540-B7FE-48FE-A012-03B11B113760}" destId="{8C873F7C-DAE9-4C04-AD00-EE7FA693457F}" srcOrd="0" destOrd="0" presId="urn:microsoft.com/office/officeart/2005/8/layout/hList2"/>
    <dgm:cxn modelId="{C0312C4B-8676-4119-8801-E770529D1359}" srcId="{AF7F59B9-2D10-4A7F-984B-DBE3ED49C9BC}" destId="{FA16D3FF-5492-4BB4-9548-C4128D8CE9A7}" srcOrd="1" destOrd="0" parTransId="{6D9B87E7-0311-44AC-A3B1-AF970DCCC780}" sibTransId="{2ECE5FD9-1408-4F97-90EF-60C644D9729D}"/>
    <dgm:cxn modelId="{D2E8376E-9D39-4434-9371-3A4F5F46C1C7}" type="presOf" srcId="{C2C9A3AB-7692-46DC-871E-C99C7DA41C4A}" destId="{8158D0E8-2F86-4D21-BCB9-04340A9B6772}" srcOrd="0" destOrd="0" presId="urn:microsoft.com/office/officeart/2005/8/layout/hList2"/>
    <dgm:cxn modelId="{86A10975-302C-44C8-8AFF-10345158B68F}" srcId="{C7CFF2D2-CCF6-49B2-BE0A-45CB7C7AB5C4}" destId="{80D3F91D-3772-482F-82A2-78CD075F17C0}" srcOrd="1" destOrd="0" parTransId="{874D4735-80AB-4476-BDED-25C0B5C9B7E7}" sibTransId="{56BB325C-D922-4BB7-AC54-2EAB9EDBD2AB}"/>
    <dgm:cxn modelId="{9F00CB84-FD13-4D63-A5C4-6E1CCD7A5EAF}" type="presOf" srcId="{80D3F91D-3772-482F-82A2-78CD075F17C0}" destId="{96BCB27A-E356-4021-BED6-6281150EB318}" srcOrd="0" destOrd="1" presId="urn:microsoft.com/office/officeart/2005/8/layout/hList2"/>
    <dgm:cxn modelId="{454A6887-FF54-4077-8EDF-647542ADF0E7}" type="presOf" srcId="{F34F96E0-5833-45BC-8E5A-AC0B84210487}" destId="{96BCB27A-E356-4021-BED6-6281150EB318}" srcOrd="0" destOrd="3" presId="urn:microsoft.com/office/officeart/2005/8/layout/hList2"/>
    <dgm:cxn modelId="{5335D18E-357A-4CB1-8FAF-2E984EDE07E8}" srcId="{FE4D8540-B7FE-48FE-A012-03B11B113760}" destId="{AF7F59B9-2D10-4A7F-984B-DBE3ED49C9BC}" srcOrd="1" destOrd="0" parTransId="{916E82A4-34DC-4BD5-A514-F0CD89C699A2}" sibTransId="{C3923E07-9B94-4FC0-A6EA-E63ADD39FD54}"/>
    <dgm:cxn modelId="{128820AA-8175-468B-A858-02E4D0B915A9}" srcId="{AF7F59B9-2D10-4A7F-984B-DBE3ED49C9BC}" destId="{2C597A97-623F-47F1-8586-1EDD17BAF57E}" srcOrd="3" destOrd="0" parTransId="{5BDED12E-967D-48B2-805D-0636A3D86ADC}" sibTransId="{57CBC120-D2B7-4EDC-89A3-4742A0A9B623}"/>
    <dgm:cxn modelId="{5D85C4AC-6B3F-4D30-8D8D-EB151F936B32}" srcId="{AF7F59B9-2D10-4A7F-984B-DBE3ED49C9BC}" destId="{3A342C9E-63B2-45AA-8BB1-A7BB2902DD3B}" srcOrd="2" destOrd="0" parTransId="{486134D9-766D-4516-865F-DC3A1B720EF2}" sibTransId="{41D426C4-00B2-4398-8714-1E0B2DFD8C29}"/>
    <dgm:cxn modelId="{1CA706B1-5FB7-4A35-9C6C-D7859A50A1E7}" srcId="{FE4D8540-B7FE-48FE-A012-03B11B113760}" destId="{C7CFF2D2-CCF6-49B2-BE0A-45CB7C7AB5C4}" srcOrd="0" destOrd="0" parTransId="{81E45174-5F99-467D-8128-D497FF69B491}" sibTransId="{EA574046-EAEE-4165-9D7B-2F44B740BCC5}"/>
    <dgm:cxn modelId="{692936B1-7884-49B9-9BF1-F930BEB8F992}" type="presOf" srcId="{FA16D3FF-5492-4BB4-9548-C4128D8CE9A7}" destId="{8158D0E8-2F86-4D21-BCB9-04340A9B6772}" srcOrd="0" destOrd="1" presId="urn:microsoft.com/office/officeart/2005/8/layout/hList2"/>
    <dgm:cxn modelId="{1AFC0ED4-3883-4AA8-8F0A-41AFD6626638}" type="presOf" srcId="{2C597A97-623F-47F1-8586-1EDD17BAF57E}" destId="{8158D0E8-2F86-4D21-BCB9-04340A9B6772}" srcOrd="0" destOrd="3" presId="urn:microsoft.com/office/officeart/2005/8/layout/hList2"/>
    <dgm:cxn modelId="{FB3B14DA-849D-4486-9C5A-DD030D6F7331}" srcId="{C7CFF2D2-CCF6-49B2-BE0A-45CB7C7AB5C4}" destId="{F34F96E0-5833-45BC-8E5A-AC0B84210487}" srcOrd="3" destOrd="0" parTransId="{3516B37A-016F-47AB-9DBA-2FC264F9CDC8}" sibTransId="{FDE74A2E-835F-41BF-8B64-AE87EB04749F}"/>
    <dgm:cxn modelId="{3C689FEF-A2BD-404D-B3EF-270CB9E23ADB}" srcId="{C7CFF2D2-CCF6-49B2-BE0A-45CB7C7AB5C4}" destId="{26566AA8-D414-4F8D-9734-9D11FD96CBC3}" srcOrd="2" destOrd="0" parTransId="{BE33B9CA-02E3-4823-9A4E-46E5166BADCC}" sibTransId="{2BF98722-A083-4677-9D36-416D331EFE71}"/>
    <dgm:cxn modelId="{8CCF10CC-5D57-4705-AFAA-8D235414EE3A}" type="presParOf" srcId="{8C873F7C-DAE9-4C04-AD00-EE7FA693457F}" destId="{DB90A471-02F0-4F8B-A496-A08B1FBA4162}" srcOrd="0" destOrd="0" presId="urn:microsoft.com/office/officeart/2005/8/layout/hList2"/>
    <dgm:cxn modelId="{07EDE565-CF4E-4949-864F-749ABD57F4F7}" type="presParOf" srcId="{DB90A471-02F0-4F8B-A496-A08B1FBA4162}" destId="{43A1BF10-3782-4F4B-9815-0094CA6EE300}" srcOrd="0" destOrd="0" presId="urn:microsoft.com/office/officeart/2005/8/layout/hList2"/>
    <dgm:cxn modelId="{38AF540E-5C05-469E-9735-7FFCCB5E8D0D}" type="presParOf" srcId="{DB90A471-02F0-4F8B-A496-A08B1FBA4162}" destId="{96BCB27A-E356-4021-BED6-6281150EB318}" srcOrd="1" destOrd="0" presId="urn:microsoft.com/office/officeart/2005/8/layout/hList2"/>
    <dgm:cxn modelId="{21C961D4-3381-4A15-B392-4EB55B8A0051}" type="presParOf" srcId="{DB90A471-02F0-4F8B-A496-A08B1FBA4162}" destId="{0E79CE6E-DAE9-42F9-A33B-8FA85094EB46}" srcOrd="2" destOrd="0" presId="urn:microsoft.com/office/officeart/2005/8/layout/hList2"/>
    <dgm:cxn modelId="{D31C387C-959C-43BF-B3BD-A0DE4698C62B}" type="presParOf" srcId="{8C873F7C-DAE9-4C04-AD00-EE7FA693457F}" destId="{7ADF2494-6441-4816-B49A-78092122808B}" srcOrd="1" destOrd="0" presId="urn:microsoft.com/office/officeart/2005/8/layout/hList2"/>
    <dgm:cxn modelId="{B6F9FC37-2616-4448-A88B-2E5327410B83}" type="presParOf" srcId="{8C873F7C-DAE9-4C04-AD00-EE7FA693457F}" destId="{EBAD28D6-E66A-43E9-AC26-8AEE6F299BD1}" srcOrd="2" destOrd="0" presId="urn:microsoft.com/office/officeart/2005/8/layout/hList2"/>
    <dgm:cxn modelId="{008657F8-8244-426B-8CE0-03E530D708B8}" type="presParOf" srcId="{EBAD28D6-E66A-43E9-AC26-8AEE6F299BD1}" destId="{11B21243-BED6-42AD-A108-2F6289C129FE}" srcOrd="0" destOrd="0" presId="urn:microsoft.com/office/officeart/2005/8/layout/hList2"/>
    <dgm:cxn modelId="{599B1752-3E8A-40AC-B3B5-1BC88A36C1D9}" type="presParOf" srcId="{EBAD28D6-E66A-43E9-AC26-8AEE6F299BD1}" destId="{8158D0E8-2F86-4D21-BCB9-04340A9B6772}" srcOrd="1" destOrd="0" presId="urn:microsoft.com/office/officeart/2005/8/layout/hList2"/>
    <dgm:cxn modelId="{886F3B6B-FFE2-4B2F-BAA3-344ABD0ACC63}" type="presParOf" srcId="{EBAD28D6-E66A-43E9-AC26-8AEE6F299BD1}" destId="{E94974D9-2C05-456E-B612-AFB74DC060A7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4D8540-B7FE-48FE-A012-03B11B113760}" type="doc">
      <dgm:prSet loTypeId="urn:microsoft.com/office/officeart/2005/8/layout/h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7CFF2D2-CCF6-49B2-BE0A-45CB7C7AB5C4}">
      <dgm:prSet phldrT="[Text]" custT="1"/>
      <dgm:spPr/>
      <dgm:t>
        <a:bodyPr/>
        <a:lstStyle/>
        <a:p>
          <a:r>
            <a:rPr lang="en-US" sz="1200" dirty="0"/>
            <a:t>Create the Schematic</a:t>
          </a:r>
        </a:p>
      </dgm:t>
    </dgm:pt>
    <dgm:pt modelId="{81E45174-5F99-467D-8128-D497FF69B491}" type="parTrans" cxnId="{1CA706B1-5FB7-4A35-9C6C-D7859A50A1E7}">
      <dgm:prSet/>
      <dgm:spPr/>
      <dgm:t>
        <a:bodyPr/>
        <a:lstStyle/>
        <a:p>
          <a:endParaRPr lang="en-US" sz="1200"/>
        </a:p>
      </dgm:t>
    </dgm:pt>
    <dgm:pt modelId="{EA574046-EAEE-4165-9D7B-2F44B740BCC5}" type="sibTrans" cxnId="{1CA706B1-5FB7-4A35-9C6C-D7859A50A1E7}">
      <dgm:prSet/>
      <dgm:spPr/>
      <dgm:t>
        <a:bodyPr/>
        <a:lstStyle/>
        <a:p>
          <a:endParaRPr lang="en-US" sz="1200"/>
        </a:p>
      </dgm:t>
    </dgm:pt>
    <dgm:pt modelId="{79022FC2-83CC-4063-8AFA-45C66762235F}">
      <dgm:prSet phldrT="[Text]" custT="1"/>
      <dgm:spPr/>
      <dgm:t>
        <a:bodyPr/>
        <a:lstStyle/>
        <a:p>
          <a:r>
            <a:rPr lang="en-US" sz="1200" dirty="0"/>
            <a:t>Creating logic symbols for the parts that will be implemented: resistors, capacitors, inductors, connectors, and integrated circuits (ICs)</a:t>
          </a:r>
        </a:p>
      </dgm:t>
    </dgm:pt>
    <dgm:pt modelId="{6324CCFA-CC7D-4D3C-8021-8EFE2BA89C90}" type="parTrans" cxnId="{8148E71D-3AF0-46D6-8224-7A598272DFE8}">
      <dgm:prSet/>
      <dgm:spPr/>
      <dgm:t>
        <a:bodyPr/>
        <a:lstStyle/>
        <a:p>
          <a:endParaRPr lang="en-US" sz="1200"/>
        </a:p>
      </dgm:t>
    </dgm:pt>
    <dgm:pt modelId="{C46E9B87-C8CD-457C-A148-872BE92AE22F}" type="sibTrans" cxnId="{8148E71D-3AF0-46D6-8224-7A598272DFE8}">
      <dgm:prSet/>
      <dgm:spPr/>
      <dgm:t>
        <a:bodyPr/>
        <a:lstStyle/>
        <a:p>
          <a:endParaRPr lang="en-US" sz="1200"/>
        </a:p>
      </dgm:t>
    </dgm:pt>
    <dgm:pt modelId="{AF7F59B9-2D10-4A7F-984B-DBE3ED49C9BC}">
      <dgm:prSet phldrT="[Text]" custT="1"/>
      <dgm:spPr/>
      <dgm:t>
        <a:bodyPr/>
        <a:lstStyle/>
        <a:p>
          <a:r>
            <a:rPr lang="en-US" sz="1200" dirty="0"/>
            <a:t>Simulate the Circuitry</a:t>
          </a:r>
        </a:p>
      </dgm:t>
    </dgm:pt>
    <dgm:pt modelId="{916E82A4-34DC-4BD5-A514-F0CD89C699A2}" type="parTrans" cxnId="{5335D18E-357A-4CB1-8FAF-2E984EDE07E8}">
      <dgm:prSet/>
      <dgm:spPr/>
      <dgm:t>
        <a:bodyPr/>
        <a:lstStyle/>
        <a:p>
          <a:endParaRPr lang="en-US" sz="1200"/>
        </a:p>
      </dgm:t>
    </dgm:pt>
    <dgm:pt modelId="{C3923E07-9B94-4FC0-A6EA-E63ADD39FD54}" type="sibTrans" cxnId="{5335D18E-357A-4CB1-8FAF-2E984EDE07E8}">
      <dgm:prSet/>
      <dgm:spPr/>
      <dgm:t>
        <a:bodyPr/>
        <a:lstStyle/>
        <a:p>
          <a:endParaRPr lang="en-US" sz="1200"/>
        </a:p>
      </dgm:t>
    </dgm:pt>
    <dgm:pt modelId="{C2C9A3AB-7692-46DC-871E-C99C7DA41C4A}">
      <dgm:prSet phldrT="[Text]" custT="1"/>
      <dgm:spPr/>
      <dgm:t>
        <a:bodyPr/>
        <a:lstStyle/>
        <a:p>
          <a:r>
            <a:rPr lang="en-US" sz="1200" dirty="0"/>
            <a:t>With parts and nets organized on the schematic, the circuit is to be verified if it will work the intended way</a:t>
          </a:r>
        </a:p>
      </dgm:t>
    </dgm:pt>
    <dgm:pt modelId="{CF2FB1FE-E735-41DB-BD34-2157B1118726}" type="parTrans" cxnId="{EB235116-1296-4AED-9542-18FDDEC904AB}">
      <dgm:prSet/>
      <dgm:spPr/>
      <dgm:t>
        <a:bodyPr/>
        <a:lstStyle/>
        <a:p>
          <a:endParaRPr lang="en-US" sz="1200"/>
        </a:p>
      </dgm:t>
    </dgm:pt>
    <dgm:pt modelId="{B9491961-E0C9-4509-B5BA-2B9166EB8183}" type="sibTrans" cxnId="{EB235116-1296-4AED-9542-18FDDEC904AB}">
      <dgm:prSet/>
      <dgm:spPr/>
      <dgm:t>
        <a:bodyPr/>
        <a:lstStyle/>
        <a:p>
          <a:endParaRPr lang="en-US" sz="1200"/>
        </a:p>
      </dgm:t>
    </dgm:pt>
    <dgm:pt modelId="{28851ACC-2C25-416F-9139-1ABA7740CB47}">
      <dgm:prSet phldrT="[Text]" custT="1"/>
      <dgm:spPr/>
      <dgm:t>
        <a:bodyPr/>
        <a:lstStyle/>
        <a:p>
          <a:r>
            <a:rPr lang="en-US" sz="1200" dirty="0"/>
            <a:t>CAD Tool Setup</a:t>
          </a:r>
        </a:p>
      </dgm:t>
    </dgm:pt>
    <dgm:pt modelId="{1B31483C-2674-4D86-9EC7-DD96F9CE9D13}" type="parTrans" cxnId="{25EEC98E-EC67-4B4F-A0C4-F77DBE89C6FC}">
      <dgm:prSet/>
      <dgm:spPr/>
      <dgm:t>
        <a:bodyPr/>
        <a:lstStyle/>
        <a:p>
          <a:endParaRPr lang="en-US" sz="1200"/>
        </a:p>
      </dgm:t>
    </dgm:pt>
    <dgm:pt modelId="{C55E3406-201A-4767-A6AE-4DE35654D422}" type="sibTrans" cxnId="{25EEC98E-EC67-4B4F-A0C4-F77DBE89C6FC}">
      <dgm:prSet/>
      <dgm:spPr/>
      <dgm:t>
        <a:bodyPr/>
        <a:lstStyle/>
        <a:p>
          <a:endParaRPr lang="en-US" sz="1200"/>
        </a:p>
      </dgm:t>
    </dgm:pt>
    <dgm:pt modelId="{7B6CE67D-B6BA-4330-BFDB-55E273A7D783}">
      <dgm:prSet phldrT="[Text]" custT="1"/>
      <dgm:spPr/>
      <dgm:t>
        <a:bodyPr/>
        <a:lstStyle/>
        <a:p>
          <a:r>
            <a:rPr lang="en-US" sz="1200" dirty="0"/>
            <a:t>Set up design rules and constraints that will keep distinct nets from overlapping while maintaining the correct amount of distance to different objects</a:t>
          </a:r>
        </a:p>
      </dgm:t>
    </dgm:pt>
    <dgm:pt modelId="{7988AA81-3D18-4397-ABB2-1246F24C7149}" type="parTrans" cxnId="{6A571767-4BEC-495D-856C-616AEF608DDA}">
      <dgm:prSet/>
      <dgm:spPr/>
      <dgm:t>
        <a:bodyPr/>
        <a:lstStyle/>
        <a:p>
          <a:endParaRPr lang="en-US" sz="1200"/>
        </a:p>
      </dgm:t>
    </dgm:pt>
    <dgm:pt modelId="{C0D5B3A2-E0A4-4B15-896E-6E874B29C39E}" type="sibTrans" cxnId="{6A571767-4BEC-495D-856C-616AEF608DDA}">
      <dgm:prSet/>
      <dgm:spPr/>
      <dgm:t>
        <a:bodyPr/>
        <a:lstStyle/>
        <a:p>
          <a:endParaRPr lang="en-US" sz="1200"/>
        </a:p>
      </dgm:t>
    </dgm:pt>
    <dgm:pt modelId="{C26D768C-E814-4857-8ACC-D05AFBA1F845}">
      <dgm:prSet phldrT="[Text]" custT="1"/>
      <dgm:spPr/>
      <dgm:t>
        <a:bodyPr/>
        <a:lstStyle/>
        <a:p>
          <a:r>
            <a:rPr lang="en-US" sz="1200" dirty="0"/>
            <a:t>Organize them on schematic sheets within the CAD tools</a:t>
          </a:r>
        </a:p>
      </dgm:t>
    </dgm:pt>
    <dgm:pt modelId="{12E681E2-8F70-4360-BDEF-F42653E7A81F}" type="parTrans" cxnId="{DE2A0097-E275-47DD-BD04-E5981D7CD5C2}">
      <dgm:prSet/>
      <dgm:spPr/>
      <dgm:t>
        <a:bodyPr/>
        <a:lstStyle/>
        <a:p>
          <a:endParaRPr lang="en-US" sz="1200"/>
        </a:p>
      </dgm:t>
    </dgm:pt>
    <dgm:pt modelId="{5A311ECE-8111-4260-8C21-BA6A6A1C5800}" type="sibTrans" cxnId="{DE2A0097-E275-47DD-BD04-E5981D7CD5C2}">
      <dgm:prSet/>
      <dgm:spPr/>
      <dgm:t>
        <a:bodyPr/>
        <a:lstStyle/>
        <a:p>
          <a:endParaRPr lang="en-US" sz="1200"/>
        </a:p>
      </dgm:t>
    </dgm:pt>
    <dgm:pt modelId="{DF089FA9-4890-42FB-B31C-76E6D8564C6F}">
      <dgm:prSet phldrT="[Text]" custT="1"/>
      <dgm:spPr/>
      <dgm:t>
        <a:bodyPr/>
        <a:lstStyle/>
        <a:p>
          <a:r>
            <a:rPr lang="en-US" sz="1200" dirty="0"/>
            <a:t>Wires can be drawn that represents the connectivity between the pins of the schematic symbols</a:t>
          </a:r>
        </a:p>
      </dgm:t>
    </dgm:pt>
    <dgm:pt modelId="{4FD2AE35-9194-43EF-85D8-B91FF0B298A7}" type="parTrans" cxnId="{87E36C8F-7BF3-4B39-9888-219A361205D3}">
      <dgm:prSet/>
      <dgm:spPr/>
      <dgm:t>
        <a:bodyPr/>
        <a:lstStyle/>
        <a:p>
          <a:endParaRPr lang="en-US" sz="1200"/>
        </a:p>
      </dgm:t>
    </dgm:pt>
    <dgm:pt modelId="{C762F96D-021E-4486-A459-6249FEF7D3BF}" type="sibTrans" cxnId="{87E36C8F-7BF3-4B39-9888-219A361205D3}">
      <dgm:prSet/>
      <dgm:spPr/>
      <dgm:t>
        <a:bodyPr/>
        <a:lstStyle/>
        <a:p>
          <a:endParaRPr lang="en-US" sz="1200"/>
        </a:p>
      </dgm:t>
    </dgm:pt>
    <dgm:pt modelId="{EF7C7C93-29BD-4244-9ADB-28EB7AEC0FD8}">
      <dgm:prSet phldrT="[Text]" custT="1"/>
      <dgm:spPr/>
      <dgm:t>
        <a:bodyPr/>
        <a:lstStyle/>
        <a:p>
          <a:r>
            <a:rPr lang="en-US" sz="1200" dirty="0"/>
            <a:t>These lines are nets and they can represent single nets or group of nets</a:t>
          </a:r>
        </a:p>
      </dgm:t>
    </dgm:pt>
    <dgm:pt modelId="{406D25CD-1EDE-4EE0-8DA5-1D56BC9F37CF}" type="parTrans" cxnId="{5CB7841F-2312-4167-95D5-509714B72928}">
      <dgm:prSet/>
      <dgm:spPr/>
      <dgm:t>
        <a:bodyPr/>
        <a:lstStyle/>
        <a:p>
          <a:endParaRPr lang="en-US" sz="1200"/>
        </a:p>
      </dgm:t>
    </dgm:pt>
    <dgm:pt modelId="{C3A321FA-0976-493F-B48A-B83F823BCECE}" type="sibTrans" cxnId="{5CB7841F-2312-4167-95D5-509714B72928}">
      <dgm:prSet/>
      <dgm:spPr/>
      <dgm:t>
        <a:bodyPr/>
        <a:lstStyle/>
        <a:p>
          <a:endParaRPr lang="en-US" sz="1200"/>
        </a:p>
      </dgm:t>
    </dgm:pt>
    <dgm:pt modelId="{C5AB1718-EF06-45F8-B71A-001A0F8DCB3C}">
      <dgm:prSet phldrT="[Text]" custT="1"/>
      <dgm:spPr/>
      <dgm:t>
        <a:bodyPr/>
        <a:lstStyle/>
        <a:p>
          <a:r>
            <a:rPr lang="en-US" sz="1200" dirty="0"/>
            <a:t>Circuit simulations are employed in a simulation program with the Integrated Circuit Emphasis tool (SPICE tool)</a:t>
          </a:r>
        </a:p>
      </dgm:t>
    </dgm:pt>
    <dgm:pt modelId="{AF741A90-29B4-4CB4-8DDB-0EE4F30FDC42}" type="parTrans" cxnId="{0F681E9A-2069-427E-BC5A-81DB38AA17EC}">
      <dgm:prSet/>
      <dgm:spPr/>
      <dgm:t>
        <a:bodyPr/>
        <a:lstStyle/>
        <a:p>
          <a:endParaRPr lang="en-US" sz="1200"/>
        </a:p>
      </dgm:t>
    </dgm:pt>
    <dgm:pt modelId="{90E81439-2F70-4816-91BE-9F1411C4D3E1}" type="sibTrans" cxnId="{0F681E9A-2069-427E-BC5A-81DB38AA17EC}">
      <dgm:prSet/>
      <dgm:spPr/>
      <dgm:t>
        <a:bodyPr/>
        <a:lstStyle/>
        <a:p>
          <a:endParaRPr lang="en-US" sz="1200"/>
        </a:p>
      </dgm:t>
    </dgm:pt>
    <dgm:pt modelId="{21D6BBA1-7757-45F4-9884-D179D73E2F35}">
      <dgm:prSet phldrT="[Text]" custT="1"/>
      <dgm:spPr/>
      <dgm:t>
        <a:bodyPr/>
        <a:lstStyle/>
        <a:p>
          <a:r>
            <a:rPr lang="en-US" sz="1200" dirty="0"/>
            <a:t>The designed circuits are tested using SPICE tools before building the actual hardware</a:t>
          </a:r>
        </a:p>
      </dgm:t>
    </dgm:pt>
    <dgm:pt modelId="{521080B5-7FE9-4662-BAA6-C36421DF22D0}" type="parTrans" cxnId="{BBD832CA-5B3A-4645-816A-26EC2924B8C1}">
      <dgm:prSet/>
      <dgm:spPr/>
      <dgm:t>
        <a:bodyPr/>
        <a:lstStyle/>
        <a:p>
          <a:endParaRPr lang="en-US" sz="1200"/>
        </a:p>
      </dgm:t>
    </dgm:pt>
    <dgm:pt modelId="{172AF351-94A7-4F8C-9DF1-03FA988F8589}" type="sibTrans" cxnId="{BBD832CA-5B3A-4645-816A-26EC2924B8C1}">
      <dgm:prSet/>
      <dgm:spPr/>
      <dgm:t>
        <a:bodyPr/>
        <a:lstStyle/>
        <a:p>
          <a:endParaRPr lang="en-US" sz="1200"/>
        </a:p>
      </dgm:t>
    </dgm:pt>
    <dgm:pt modelId="{C95216A5-7043-4EF0-80ED-AC3D757E4CC8}">
      <dgm:prSet phldrT="[Text]" custT="1"/>
      <dgm:spPr/>
      <dgm:t>
        <a:bodyPr/>
        <a:lstStyle/>
        <a:p>
          <a:r>
            <a:rPr lang="en-US" sz="1200" dirty="0"/>
            <a:t>Design grids help place components and route traces in a neat and orderly manner</a:t>
          </a:r>
        </a:p>
      </dgm:t>
    </dgm:pt>
    <dgm:pt modelId="{7EA22514-9294-4583-BF81-BA6B7D79B285}" type="parTrans" cxnId="{BE5F68CA-FBDB-4585-BD03-453FC12A6AFE}">
      <dgm:prSet/>
      <dgm:spPr/>
      <dgm:t>
        <a:bodyPr/>
        <a:lstStyle/>
        <a:p>
          <a:endParaRPr lang="en-US" sz="1200"/>
        </a:p>
      </dgm:t>
    </dgm:pt>
    <dgm:pt modelId="{1687689D-608C-4D0A-89AC-78EBC460264A}" type="sibTrans" cxnId="{BE5F68CA-FBDB-4585-BD03-453FC12A6AFE}">
      <dgm:prSet/>
      <dgm:spPr/>
      <dgm:t>
        <a:bodyPr/>
        <a:lstStyle/>
        <a:p>
          <a:endParaRPr lang="en-US" sz="1200"/>
        </a:p>
      </dgm:t>
    </dgm:pt>
    <dgm:pt modelId="{204D259E-C082-43D9-8564-6BADEDC75067}">
      <dgm:prSet phldrT="[Text]" custT="1"/>
      <dgm:spPr/>
      <dgm:t>
        <a:bodyPr/>
        <a:lstStyle/>
        <a:p>
          <a:r>
            <a:rPr lang="en-US" sz="1200" dirty="0"/>
            <a:t>Place Components</a:t>
          </a:r>
        </a:p>
      </dgm:t>
    </dgm:pt>
    <dgm:pt modelId="{312D2283-84FD-47AB-88D5-D58E25988147}" type="parTrans" cxnId="{5FECDEF3-158C-476D-B1F6-D4474440946A}">
      <dgm:prSet/>
      <dgm:spPr/>
      <dgm:t>
        <a:bodyPr/>
        <a:lstStyle/>
        <a:p>
          <a:endParaRPr lang="en-US" sz="1200"/>
        </a:p>
      </dgm:t>
    </dgm:pt>
    <dgm:pt modelId="{899FC735-DFEA-4CA5-BA31-D8E94E104824}" type="sibTrans" cxnId="{5FECDEF3-158C-476D-B1F6-D4474440946A}">
      <dgm:prSet/>
      <dgm:spPr/>
      <dgm:t>
        <a:bodyPr/>
        <a:lstStyle/>
        <a:p>
          <a:endParaRPr lang="en-US" sz="1200"/>
        </a:p>
      </dgm:t>
    </dgm:pt>
    <dgm:pt modelId="{82FE0E5B-3AEB-476D-8D79-483120DADC6D}">
      <dgm:prSet phldrT="[Text]" custT="1"/>
      <dgm:spPr/>
      <dgm:t>
        <a:bodyPr/>
        <a:lstStyle/>
        <a:p>
          <a:r>
            <a:rPr lang="en-US" sz="1200" dirty="0"/>
            <a:t>Place the component footprints within the board outline in the CAD system</a:t>
          </a:r>
        </a:p>
      </dgm:t>
    </dgm:pt>
    <dgm:pt modelId="{3ED2C6E8-89C5-4102-9E91-D6EE6ABE1190}" type="parTrans" cxnId="{27D7F40A-A3F5-4C9B-BA8D-20C4FD3ADCCB}">
      <dgm:prSet/>
      <dgm:spPr/>
      <dgm:t>
        <a:bodyPr/>
        <a:lstStyle/>
        <a:p>
          <a:endParaRPr lang="en-US" sz="1200"/>
        </a:p>
      </dgm:t>
    </dgm:pt>
    <dgm:pt modelId="{6370F30C-F6F1-481D-B00B-7952809F5298}" type="sibTrans" cxnId="{27D7F40A-A3F5-4C9B-BA8D-20C4FD3ADCCB}">
      <dgm:prSet/>
      <dgm:spPr/>
      <dgm:t>
        <a:bodyPr/>
        <a:lstStyle/>
        <a:p>
          <a:endParaRPr lang="en-US" sz="1200"/>
        </a:p>
      </dgm:t>
    </dgm:pt>
    <dgm:pt modelId="{3006859F-8EE7-4AEE-B125-1E23EEF7FE68}">
      <dgm:prSet phldrT="[Text]" custT="1"/>
      <dgm:spPr/>
      <dgm:t>
        <a:bodyPr/>
        <a:lstStyle/>
        <a:p>
          <a:r>
            <a:rPr lang="en-US" sz="1200" dirty="0"/>
            <a:t>Placing these parts for their best performance while being mindful of connectivity, areas of excessive heat and electrical noise and other physical obstructions such as connectors, cables, and mounting hardware</a:t>
          </a:r>
        </a:p>
      </dgm:t>
    </dgm:pt>
    <dgm:pt modelId="{13F04CDF-023C-401F-99BF-35C5201D8FAB}" type="parTrans" cxnId="{531F9334-B7F2-4ABC-86CE-5B9D755FDB09}">
      <dgm:prSet/>
      <dgm:spPr/>
      <dgm:t>
        <a:bodyPr/>
        <a:lstStyle/>
        <a:p>
          <a:endParaRPr lang="en-US" sz="1200"/>
        </a:p>
      </dgm:t>
    </dgm:pt>
    <dgm:pt modelId="{BDCB2781-E65F-4D34-BA45-9407409B748C}" type="sibTrans" cxnId="{531F9334-B7F2-4ABC-86CE-5B9D755FDB09}">
      <dgm:prSet/>
      <dgm:spPr/>
      <dgm:t>
        <a:bodyPr/>
        <a:lstStyle/>
        <a:p>
          <a:endParaRPr lang="en-US" sz="1200"/>
        </a:p>
      </dgm:t>
    </dgm:pt>
    <dgm:pt modelId="{E174176A-BBA1-477E-AA2B-4295A8F067B3}">
      <dgm:prSet phldrT="[Text]" custT="1"/>
      <dgm:spPr/>
      <dgm:t>
        <a:bodyPr/>
        <a:lstStyle/>
        <a:p>
          <a:endParaRPr lang="en-US" sz="1200" dirty="0"/>
        </a:p>
      </dgm:t>
    </dgm:pt>
    <dgm:pt modelId="{C73D6B7A-A3F6-48AF-82CD-DEEEE8F47952}" type="parTrans" cxnId="{FC3344B1-7891-4E44-A62D-8C64692ACED1}">
      <dgm:prSet/>
      <dgm:spPr/>
      <dgm:t>
        <a:bodyPr/>
        <a:lstStyle/>
        <a:p>
          <a:endParaRPr lang="en-US" sz="1200"/>
        </a:p>
      </dgm:t>
    </dgm:pt>
    <dgm:pt modelId="{566BBA5B-F6C9-4FC0-BE77-8B23230832D6}" type="sibTrans" cxnId="{FC3344B1-7891-4E44-A62D-8C64692ACED1}">
      <dgm:prSet/>
      <dgm:spPr/>
      <dgm:t>
        <a:bodyPr/>
        <a:lstStyle/>
        <a:p>
          <a:endParaRPr lang="en-US" sz="1200"/>
        </a:p>
      </dgm:t>
    </dgm:pt>
    <dgm:pt modelId="{0D204917-15BC-4D3D-8D48-5F9B487970B3}">
      <dgm:prSet phldrT="[Text]" custT="1"/>
      <dgm:spPr/>
      <dgm:t>
        <a:bodyPr/>
        <a:lstStyle/>
        <a:p>
          <a:r>
            <a:rPr lang="en-US" sz="1200" dirty="0"/>
            <a:t>Designers to place the components so that they can be best assembled by the manufacturer</a:t>
          </a:r>
        </a:p>
      </dgm:t>
    </dgm:pt>
    <dgm:pt modelId="{2243F36A-EDD6-497F-AF47-312BF27CA829}" type="parTrans" cxnId="{B13B7C08-00C1-4ACA-9AC5-BE586C91DE4B}">
      <dgm:prSet/>
      <dgm:spPr/>
      <dgm:t>
        <a:bodyPr/>
        <a:lstStyle/>
        <a:p>
          <a:endParaRPr lang="en-US" sz="1200"/>
        </a:p>
      </dgm:t>
    </dgm:pt>
    <dgm:pt modelId="{DF11C5EB-B222-4662-81DC-F1A03FB2EDDB}" type="sibTrans" cxnId="{B13B7C08-00C1-4ACA-9AC5-BE586C91DE4B}">
      <dgm:prSet/>
      <dgm:spPr/>
      <dgm:t>
        <a:bodyPr/>
        <a:lstStyle/>
        <a:p>
          <a:endParaRPr lang="en-US" sz="1200"/>
        </a:p>
      </dgm:t>
    </dgm:pt>
    <dgm:pt modelId="{97F05DD2-ECD8-4D40-858F-D49964F5FCB1}">
      <dgm:prSet phldrT="[Text]" custT="1"/>
      <dgm:spPr/>
      <dgm:t>
        <a:bodyPr/>
        <a:lstStyle/>
        <a:p>
          <a:r>
            <a:rPr lang="en-US" sz="1200" dirty="0"/>
            <a:t>Route the PCB</a:t>
          </a:r>
        </a:p>
      </dgm:t>
    </dgm:pt>
    <dgm:pt modelId="{00C70ADC-39CE-436B-A104-B9BFF88CE654}" type="parTrans" cxnId="{BBAFAE56-7170-4C86-A4D2-CE42E7F3590C}">
      <dgm:prSet/>
      <dgm:spPr/>
      <dgm:t>
        <a:bodyPr/>
        <a:lstStyle/>
        <a:p>
          <a:endParaRPr lang="en-US" sz="1200"/>
        </a:p>
      </dgm:t>
    </dgm:pt>
    <dgm:pt modelId="{16BBD191-FE6A-4605-A6C1-07679E1BDC34}" type="sibTrans" cxnId="{BBAFAE56-7170-4C86-A4D2-CE42E7F3590C}">
      <dgm:prSet/>
      <dgm:spPr/>
      <dgm:t>
        <a:bodyPr/>
        <a:lstStyle/>
        <a:p>
          <a:endParaRPr lang="en-US" sz="1200"/>
        </a:p>
      </dgm:t>
    </dgm:pt>
    <dgm:pt modelId="{AA617039-82CD-45B0-A6D2-E1508B63FA6C}">
      <dgm:prSet phldrT="[Text]" custT="1"/>
      <dgm:spPr/>
      <dgm:t>
        <a:bodyPr/>
        <a:lstStyle/>
        <a:p>
          <a:r>
            <a:rPr lang="en-US" sz="1200" dirty="0"/>
            <a:t>Connect the nets</a:t>
          </a:r>
        </a:p>
      </dgm:t>
    </dgm:pt>
    <dgm:pt modelId="{45862E1A-5C32-4E99-A020-4AE26042E0B9}" type="parTrans" cxnId="{F035C51A-376B-4FCC-8F68-31D6C1CC4520}">
      <dgm:prSet/>
      <dgm:spPr/>
      <dgm:t>
        <a:bodyPr/>
        <a:lstStyle/>
        <a:p>
          <a:endParaRPr lang="en-US" sz="1200"/>
        </a:p>
      </dgm:t>
    </dgm:pt>
    <dgm:pt modelId="{493E20C4-3D50-43F5-9543-80513D718088}" type="sibTrans" cxnId="{F035C51A-376B-4FCC-8F68-31D6C1CC4520}">
      <dgm:prSet/>
      <dgm:spPr/>
      <dgm:t>
        <a:bodyPr/>
        <a:lstStyle/>
        <a:p>
          <a:endParaRPr lang="en-US" sz="1200"/>
        </a:p>
      </dgm:t>
    </dgm:pt>
    <dgm:pt modelId="{BB13FBB0-C1BE-4C43-9666-E4745A585CD5}">
      <dgm:prSet phldrT="[Text]" custT="1"/>
      <dgm:spPr/>
      <dgm:t>
        <a:bodyPr/>
        <a:lstStyle/>
        <a:p>
          <a:r>
            <a:rPr lang="en-US" sz="1200" dirty="0"/>
            <a:t>Convert rubber-band net connections into drawn traces and planes</a:t>
          </a:r>
        </a:p>
      </dgm:t>
    </dgm:pt>
    <dgm:pt modelId="{A7274119-57B0-43C6-B5C1-5CA28AC0910C}" type="parTrans" cxnId="{215D494E-FEED-4D50-B265-2915C5AD8F51}">
      <dgm:prSet/>
      <dgm:spPr/>
      <dgm:t>
        <a:bodyPr/>
        <a:lstStyle/>
        <a:p>
          <a:endParaRPr lang="en-US" sz="1200"/>
        </a:p>
      </dgm:t>
    </dgm:pt>
    <dgm:pt modelId="{0DD7B9DC-1AAA-41FC-9052-C6BD835BF31D}" type="sibTrans" cxnId="{215D494E-FEED-4D50-B265-2915C5AD8F51}">
      <dgm:prSet/>
      <dgm:spPr/>
      <dgm:t>
        <a:bodyPr/>
        <a:lstStyle/>
        <a:p>
          <a:endParaRPr lang="en-US" sz="1200"/>
        </a:p>
      </dgm:t>
    </dgm:pt>
    <dgm:pt modelId="{90231364-33F6-4EC8-BB48-5883A5F27889}">
      <dgm:prSet phldrT="[Text]" custT="1"/>
      <dgm:spPr/>
      <dgm:t>
        <a:bodyPr/>
        <a:lstStyle/>
        <a:p>
          <a:r>
            <a:rPr lang="en-US" sz="1200" dirty="0"/>
            <a:t>Automated routing features</a:t>
          </a:r>
        </a:p>
      </dgm:t>
    </dgm:pt>
    <dgm:pt modelId="{1E436497-B16C-4075-86A6-F50384C26367}" type="parTrans" cxnId="{63F60DF7-8F0F-4682-9C39-D2E309122D6D}">
      <dgm:prSet/>
      <dgm:spPr/>
      <dgm:t>
        <a:bodyPr/>
        <a:lstStyle/>
        <a:p>
          <a:endParaRPr lang="en-US" sz="1200"/>
        </a:p>
      </dgm:t>
    </dgm:pt>
    <dgm:pt modelId="{75DA5FBD-56A2-4B8A-B6FF-F45308ADB014}" type="sibTrans" cxnId="{63F60DF7-8F0F-4682-9C39-D2E309122D6D}">
      <dgm:prSet/>
      <dgm:spPr/>
      <dgm:t>
        <a:bodyPr/>
        <a:lstStyle/>
        <a:p>
          <a:endParaRPr lang="en-US" sz="1200"/>
        </a:p>
      </dgm:t>
    </dgm:pt>
    <dgm:pt modelId="{55B2CD0C-C52B-46DF-8DCC-6792EEAAEB8E}">
      <dgm:prSet phldrT="[Text]" custT="1"/>
      <dgm:spPr/>
      <dgm:t>
        <a:bodyPr/>
        <a:lstStyle/>
        <a:p>
          <a:r>
            <a:rPr lang="en-US" sz="1200" dirty="0"/>
            <a:t>Making sure that nets are the correct length for the signals they are conducting</a:t>
          </a:r>
        </a:p>
      </dgm:t>
    </dgm:pt>
    <dgm:pt modelId="{23456C7F-0D5E-43D1-98A0-A8271D18905D}" type="parTrans" cxnId="{C32A9944-DF93-4931-8303-D597B5E06B3C}">
      <dgm:prSet/>
      <dgm:spPr/>
      <dgm:t>
        <a:bodyPr/>
        <a:lstStyle/>
        <a:p>
          <a:endParaRPr lang="en-US" sz="1200"/>
        </a:p>
      </dgm:t>
    </dgm:pt>
    <dgm:pt modelId="{8E354065-025B-40AD-AB18-D736509CB67D}" type="sibTrans" cxnId="{C32A9944-DF93-4931-8303-D597B5E06B3C}">
      <dgm:prSet/>
      <dgm:spPr/>
      <dgm:t>
        <a:bodyPr/>
        <a:lstStyle/>
        <a:p>
          <a:endParaRPr lang="en-US" sz="1200"/>
        </a:p>
      </dgm:t>
    </dgm:pt>
    <dgm:pt modelId="{59D0B866-195B-4FFE-AF26-221F42E09D98}">
      <dgm:prSet phldrT="[Text]" custT="1"/>
      <dgm:spPr/>
      <dgm:t>
        <a:bodyPr/>
        <a:lstStyle/>
        <a:p>
          <a:r>
            <a:rPr lang="en-US" sz="1200" dirty="0"/>
            <a:t>Ensure they do not cross areas of excessive noise</a:t>
          </a:r>
        </a:p>
      </dgm:t>
    </dgm:pt>
    <dgm:pt modelId="{F45E7B21-5979-45E2-9056-803490E86071}" type="parTrans" cxnId="{71B45B11-E1F5-42AD-8CF9-D92A40661856}">
      <dgm:prSet/>
      <dgm:spPr/>
      <dgm:t>
        <a:bodyPr/>
        <a:lstStyle/>
        <a:p>
          <a:endParaRPr lang="en-US" sz="1200"/>
        </a:p>
      </dgm:t>
    </dgm:pt>
    <dgm:pt modelId="{09F541B6-7886-4F69-9280-345684AA59CA}" type="sibTrans" cxnId="{71B45B11-E1F5-42AD-8CF9-D92A40661856}">
      <dgm:prSet/>
      <dgm:spPr/>
      <dgm:t>
        <a:bodyPr/>
        <a:lstStyle/>
        <a:p>
          <a:endParaRPr lang="en-US" sz="1200"/>
        </a:p>
      </dgm:t>
    </dgm:pt>
    <dgm:pt modelId="{87BCAA06-72E4-4C53-BE7B-C73D1545BA6E}">
      <dgm:prSet phldrT="[Text]" custT="1"/>
      <dgm:spPr/>
      <dgm:t>
        <a:bodyPr/>
        <a:lstStyle/>
        <a:p>
          <a:r>
            <a:rPr lang="en-US" sz="1200" dirty="0"/>
            <a:t>Prevent cross-talk or other signal integrity problems that may degrade the performance of the built board</a:t>
          </a:r>
        </a:p>
      </dgm:t>
    </dgm:pt>
    <dgm:pt modelId="{F0F3493F-2B4A-4161-8B2D-A7C4246BC99E}" type="parTrans" cxnId="{EEE39A01-8A34-4F49-A585-B5F3A15F50C1}">
      <dgm:prSet/>
      <dgm:spPr/>
      <dgm:t>
        <a:bodyPr/>
        <a:lstStyle/>
        <a:p>
          <a:endParaRPr lang="en-US" sz="1200"/>
        </a:p>
      </dgm:t>
    </dgm:pt>
    <dgm:pt modelId="{48D89793-80B8-478B-8168-3D988C9DB89D}" type="sibTrans" cxnId="{EEE39A01-8A34-4F49-A585-B5F3A15F50C1}">
      <dgm:prSet/>
      <dgm:spPr/>
      <dgm:t>
        <a:bodyPr/>
        <a:lstStyle/>
        <a:p>
          <a:endParaRPr lang="en-US" sz="1200"/>
        </a:p>
      </dgm:t>
    </dgm:pt>
    <dgm:pt modelId="{8C873F7C-DAE9-4C04-AD00-EE7FA693457F}" type="pres">
      <dgm:prSet presAssocID="{FE4D8540-B7FE-48FE-A012-03B11B113760}" presName="linearFlow" presStyleCnt="0">
        <dgm:presLayoutVars>
          <dgm:dir/>
          <dgm:animLvl val="lvl"/>
          <dgm:resizeHandles/>
        </dgm:presLayoutVars>
      </dgm:prSet>
      <dgm:spPr/>
    </dgm:pt>
    <dgm:pt modelId="{DB90A471-02F0-4F8B-A496-A08B1FBA4162}" type="pres">
      <dgm:prSet presAssocID="{C7CFF2D2-CCF6-49B2-BE0A-45CB7C7AB5C4}" presName="compositeNode" presStyleCnt="0">
        <dgm:presLayoutVars>
          <dgm:bulletEnabled val="1"/>
        </dgm:presLayoutVars>
      </dgm:prSet>
      <dgm:spPr/>
    </dgm:pt>
    <dgm:pt modelId="{43A1BF10-3782-4F4B-9815-0094CA6EE300}" type="pres">
      <dgm:prSet presAssocID="{C7CFF2D2-CCF6-49B2-BE0A-45CB7C7AB5C4}" presName="image" presStyleLbl="fgImgPlace1" presStyleIdx="0" presStyleCnt="5"/>
      <dgm:spPr/>
    </dgm:pt>
    <dgm:pt modelId="{96BCB27A-E356-4021-BED6-6281150EB318}" type="pres">
      <dgm:prSet presAssocID="{C7CFF2D2-CCF6-49B2-BE0A-45CB7C7AB5C4}" presName="childNode" presStyleLbl="node1" presStyleIdx="0" presStyleCnt="5">
        <dgm:presLayoutVars>
          <dgm:bulletEnabled val="1"/>
        </dgm:presLayoutVars>
      </dgm:prSet>
      <dgm:spPr/>
    </dgm:pt>
    <dgm:pt modelId="{0E79CE6E-DAE9-42F9-A33B-8FA85094EB46}" type="pres">
      <dgm:prSet presAssocID="{C7CFF2D2-CCF6-49B2-BE0A-45CB7C7AB5C4}" presName="parentNode" presStyleLbl="revTx" presStyleIdx="0" presStyleCnt="5">
        <dgm:presLayoutVars>
          <dgm:chMax val="0"/>
          <dgm:bulletEnabled val="1"/>
        </dgm:presLayoutVars>
      </dgm:prSet>
      <dgm:spPr/>
    </dgm:pt>
    <dgm:pt modelId="{7ADF2494-6441-4816-B49A-78092122808B}" type="pres">
      <dgm:prSet presAssocID="{EA574046-EAEE-4165-9D7B-2F44B740BCC5}" presName="sibTrans" presStyleCnt="0"/>
      <dgm:spPr/>
    </dgm:pt>
    <dgm:pt modelId="{EBAD28D6-E66A-43E9-AC26-8AEE6F299BD1}" type="pres">
      <dgm:prSet presAssocID="{AF7F59B9-2D10-4A7F-984B-DBE3ED49C9BC}" presName="compositeNode" presStyleCnt="0">
        <dgm:presLayoutVars>
          <dgm:bulletEnabled val="1"/>
        </dgm:presLayoutVars>
      </dgm:prSet>
      <dgm:spPr/>
    </dgm:pt>
    <dgm:pt modelId="{11B21243-BED6-42AD-A108-2F6289C129FE}" type="pres">
      <dgm:prSet presAssocID="{AF7F59B9-2D10-4A7F-984B-DBE3ED49C9BC}" presName="image" presStyleLbl="fgImgPlace1" presStyleIdx="1" presStyleCnt="5"/>
      <dgm:spPr/>
    </dgm:pt>
    <dgm:pt modelId="{8158D0E8-2F86-4D21-BCB9-04340A9B6772}" type="pres">
      <dgm:prSet presAssocID="{AF7F59B9-2D10-4A7F-984B-DBE3ED49C9BC}" presName="childNode" presStyleLbl="node1" presStyleIdx="1" presStyleCnt="5">
        <dgm:presLayoutVars>
          <dgm:bulletEnabled val="1"/>
        </dgm:presLayoutVars>
      </dgm:prSet>
      <dgm:spPr/>
    </dgm:pt>
    <dgm:pt modelId="{E94974D9-2C05-456E-B612-AFB74DC060A7}" type="pres">
      <dgm:prSet presAssocID="{AF7F59B9-2D10-4A7F-984B-DBE3ED49C9BC}" presName="parentNode" presStyleLbl="revTx" presStyleIdx="1" presStyleCnt="5">
        <dgm:presLayoutVars>
          <dgm:chMax val="0"/>
          <dgm:bulletEnabled val="1"/>
        </dgm:presLayoutVars>
      </dgm:prSet>
      <dgm:spPr/>
    </dgm:pt>
    <dgm:pt modelId="{A9A32262-981C-4705-B0F0-8990FA3DFD51}" type="pres">
      <dgm:prSet presAssocID="{C3923E07-9B94-4FC0-A6EA-E63ADD39FD54}" presName="sibTrans" presStyleCnt="0"/>
      <dgm:spPr/>
    </dgm:pt>
    <dgm:pt modelId="{82A6FBC2-B644-4F7B-9D54-3679EB875A4E}" type="pres">
      <dgm:prSet presAssocID="{28851ACC-2C25-416F-9139-1ABA7740CB47}" presName="compositeNode" presStyleCnt="0">
        <dgm:presLayoutVars>
          <dgm:bulletEnabled val="1"/>
        </dgm:presLayoutVars>
      </dgm:prSet>
      <dgm:spPr/>
    </dgm:pt>
    <dgm:pt modelId="{3DF5ACDA-5E0F-4CC6-B24B-07537AA59E6C}" type="pres">
      <dgm:prSet presAssocID="{28851ACC-2C25-416F-9139-1ABA7740CB47}" presName="image" presStyleLbl="fgImgPlace1" presStyleIdx="2" presStyleCnt="5"/>
      <dgm:spPr/>
    </dgm:pt>
    <dgm:pt modelId="{4DE365BD-E7E8-46F5-AF27-6A501C171CB9}" type="pres">
      <dgm:prSet presAssocID="{28851ACC-2C25-416F-9139-1ABA7740CB47}" presName="childNode" presStyleLbl="node1" presStyleIdx="2" presStyleCnt="5">
        <dgm:presLayoutVars>
          <dgm:bulletEnabled val="1"/>
        </dgm:presLayoutVars>
      </dgm:prSet>
      <dgm:spPr/>
    </dgm:pt>
    <dgm:pt modelId="{7D63CC1B-209C-4B20-A9DC-80BDEA9F4F14}" type="pres">
      <dgm:prSet presAssocID="{28851ACC-2C25-416F-9139-1ABA7740CB47}" presName="parentNode" presStyleLbl="revTx" presStyleIdx="2" presStyleCnt="5">
        <dgm:presLayoutVars>
          <dgm:chMax val="0"/>
          <dgm:bulletEnabled val="1"/>
        </dgm:presLayoutVars>
      </dgm:prSet>
      <dgm:spPr/>
    </dgm:pt>
    <dgm:pt modelId="{4C4075D0-EC65-4599-87A9-B10D00AD65AE}" type="pres">
      <dgm:prSet presAssocID="{C55E3406-201A-4767-A6AE-4DE35654D422}" presName="sibTrans" presStyleCnt="0"/>
      <dgm:spPr/>
    </dgm:pt>
    <dgm:pt modelId="{B9913E61-D9E3-4542-8D12-5E10146634C7}" type="pres">
      <dgm:prSet presAssocID="{204D259E-C082-43D9-8564-6BADEDC75067}" presName="compositeNode" presStyleCnt="0">
        <dgm:presLayoutVars>
          <dgm:bulletEnabled val="1"/>
        </dgm:presLayoutVars>
      </dgm:prSet>
      <dgm:spPr/>
    </dgm:pt>
    <dgm:pt modelId="{C820D494-EDA9-42C2-A693-A45D9F08FC8B}" type="pres">
      <dgm:prSet presAssocID="{204D259E-C082-43D9-8564-6BADEDC75067}" presName="image" presStyleLbl="fgImgPlace1" presStyleIdx="3" presStyleCnt="5"/>
      <dgm:spPr/>
    </dgm:pt>
    <dgm:pt modelId="{854799D0-0A5D-4FF9-8806-EAE8E16E5E9F}" type="pres">
      <dgm:prSet presAssocID="{204D259E-C082-43D9-8564-6BADEDC75067}" presName="childNode" presStyleLbl="node1" presStyleIdx="3" presStyleCnt="5">
        <dgm:presLayoutVars>
          <dgm:bulletEnabled val="1"/>
        </dgm:presLayoutVars>
      </dgm:prSet>
      <dgm:spPr/>
    </dgm:pt>
    <dgm:pt modelId="{37A61181-0C32-43CD-A2F0-939D2E52505A}" type="pres">
      <dgm:prSet presAssocID="{204D259E-C082-43D9-8564-6BADEDC75067}" presName="parentNode" presStyleLbl="revTx" presStyleIdx="3" presStyleCnt="5">
        <dgm:presLayoutVars>
          <dgm:chMax val="0"/>
          <dgm:bulletEnabled val="1"/>
        </dgm:presLayoutVars>
      </dgm:prSet>
      <dgm:spPr/>
    </dgm:pt>
    <dgm:pt modelId="{C2CAF015-4A5B-44AD-907F-B31F76E4945B}" type="pres">
      <dgm:prSet presAssocID="{899FC735-DFEA-4CA5-BA31-D8E94E104824}" presName="sibTrans" presStyleCnt="0"/>
      <dgm:spPr/>
    </dgm:pt>
    <dgm:pt modelId="{C1E7B0E2-3D23-4750-A7FB-E6599B1119B0}" type="pres">
      <dgm:prSet presAssocID="{97F05DD2-ECD8-4D40-858F-D49964F5FCB1}" presName="compositeNode" presStyleCnt="0">
        <dgm:presLayoutVars>
          <dgm:bulletEnabled val="1"/>
        </dgm:presLayoutVars>
      </dgm:prSet>
      <dgm:spPr/>
    </dgm:pt>
    <dgm:pt modelId="{CB52E465-9640-413B-BD89-E1D4ACDF6543}" type="pres">
      <dgm:prSet presAssocID="{97F05DD2-ECD8-4D40-858F-D49964F5FCB1}" presName="image" presStyleLbl="fgImgPlace1" presStyleIdx="4" presStyleCnt="5"/>
      <dgm:spPr/>
    </dgm:pt>
    <dgm:pt modelId="{B9F9D2AD-ABB1-4FBE-A31F-833493DA4692}" type="pres">
      <dgm:prSet presAssocID="{97F05DD2-ECD8-4D40-858F-D49964F5FCB1}" presName="childNode" presStyleLbl="node1" presStyleIdx="4" presStyleCnt="5">
        <dgm:presLayoutVars>
          <dgm:bulletEnabled val="1"/>
        </dgm:presLayoutVars>
      </dgm:prSet>
      <dgm:spPr/>
    </dgm:pt>
    <dgm:pt modelId="{E352AF41-376B-4388-A030-43CD3AD9DD7C}" type="pres">
      <dgm:prSet presAssocID="{97F05DD2-ECD8-4D40-858F-D49964F5FCB1}" presName="parentNode" presStyleLbl="revTx" presStyleIdx="4" presStyleCnt="5">
        <dgm:presLayoutVars>
          <dgm:chMax val="0"/>
          <dgm:bulletEnabled val="1"/>
        </dgm:presLayoutVars>
      </dgm:prSet>
      <dgm:spPr/>
    </dgm:pt>
  </dgm:ptLst>
  <dgm:cxnLst>
    <dgm:cxn modelId="{EEE39A01-8A34-4F49-A585-B5F3A15F50C1}" srcId="{97F05DD2-ECD8-4D40-858F-D49964F5FCB1}" destId="{87BCAA06-72E4-4C53-BE7B-C73D1545BA6E}" srcOrd="5" destOrd="0" parTransId="{F0F3493F-2B4A-4161-8B2D-A7C4246BC99E}" sibTransId="{48D89793-80B8-478B-8168-3D988C9DB89D}"/>
    <dgm:cxn modelId="{B13B7C08-00C1-4ACA-9AC5-BE586C91DE4B}" srcId="{204D259E-C082-43D9-8564-6BADEDC75067}" destId="{0D204917-15BC-4D3D-8D48-5F9B487970B3}" srcOrd="0" destOrd="0" parTransId="{2243F36A-EDD6-497F-AF47-312BF27CA829}" sibTransId="{DF11C5EB-B222-4662-81DC-F1A03FB2EDDB}"/>
    <dgm:cxn modelId="{27D7F40A-A3F5-4C9B-BA8D-20C4FD3ADCCB}" srcId="{204D259E-C082-43D9-8564-6BADEDC75067}" destId="{82FE0E5B-3AEB-476D-8D79-483120DADC6D}" srcOrd="1" destOrd="0" parTransId="{3ED2C6E8-89C5-4102-9E91-D6EE6ABE1190}" sibTransId="{6370F30C-F6F1-481D-B00B-7952809F5298}"/>
    <dgm:cxn modelId="{7C69F50A-AE76-4F99-B3F3-983FAF205980}" type="presOf" srcId="{AF7F59B9-2D10-4A7F-984B-DBE3ED49C9BC}" destId="{E94974D9-2C05-456E-B612-AFB74DC060A7}" srcOrd="0" destOrd="0" presId="urn:microsoft.com/office/officeart/2005/8/layout/hList2"/>
    <dgm:cxn modelId="{3DF9A10B-DD56-456B-B139-E9E2D7B79D97}" type="presOf" srcId="{C5AB1718-EF06-45F8-B71A-001A0F8DCB3C}" destId="{8158D0E8-2F86-4D21-BCB9-04340A9B6772}" srcOrd="0" destOrd="1" presId="urn:microsoft.com/office/officeart/2005/8/layout/hList2"/>
    <dgm:cxn modelId="{71B45B11-E1F5-42AD-8CF9-D92A40661856}" srcId="{97F05DD2-ECD8-4D40-858F-D49964F5FCB1}" destId="{59D0B866-195B-4FFE-AF26-221F42E09D98}" srcOrd="4" destOrd="0" parTransId="{F45E7B21-5979-45E2-9056-803490E86071}" sibTransId="{09F541B6-7886-4F69-9280-345684AA59CA}"/>
    <dgm:cxn modelId="{EB235116-1296-4AED-9542-18FDDEC904AB}" srcId="{AF7F59B9-2D10-4A7F-984B-DBE3ED49C9BC}" destId="{C2C9A3AB-7692-46DC-871E-C99C7DA41C4A}" srcOrd="0" destOrd="0" parTransId="{CF2FB1FE-E735-41DB-BD34-2157B1118726}" sibTransId="{B9491961-E0C9-4509-B5BA-2B9166EB8183}"/>
    <dgm:cxn modelId="{F035C51A-376B-4FCC-8F68-31D6C1CC4520}" srcId="{97F05DD2-ECD8-4D40-858F-D49964F5FCB1}" destId="{AA617039-82CD-45B0-A6D2-E1508B63FA6C}" srcOrd="0" destOrd="0" parTransId="{45862E1A-5C32-4E99-A020-4AE26042E0B9}" sibTransId="{493E20C4-3D50-43F5-9543-80513D718088}"/>
    <dgm:cxn modelId="{86F3A01C-8110-4D70-BF1B-8829DBADF627}" type="presOf" srcId="{C7CFF2D2-CCF6-49B2-BE0A-45CB7C7AB5C4}" destId="{0E79CE6E-DAE9-42F9-A33B-8FA85094EB46}" srcOrd="0" destOrd="0" presId="urn:microsoft.com/office/officeart/2005/8/layout/hList2"/>
    <dgm:cxn modelId="{8148E71D-3AF0-46D6-8224-7A598272DFE8}" srcId="{C7CFF2D2-CCF6-49B2-BE0A-45CB7C7AB5C4}" destId="{79022FC2-83CC-4063-8AFA-45C66762235F}" srcOrd="0" destOrd="0" parTransId="{6324CCFA-CC7D-4D3C-8021-8EFE2BA89C90}" sibTransId="{C46E9B87-C8CD-457C-A148-872BE92AE22F}"/>
    <dgm:cxn modelId="{5CB7841F-2312-4167-95D5-509714B72928}" srcId="{C7CFF2D2-CCF6-49B2-BE0A-45CB7C7AB5C4}" destId="{EF7C7C93-29BD-4244-9ADB-28EB7AEC0FD8}" srcOrd="3" destOrd="0" parTransId="{406D25CD-1EDE-4EE0-8DA5-1D56BC9F37CF}" sibTransId="{C3A321FA-0976-493F-B48A-B83F823BCECE}"/>
    <dgm:cxn modelId="{FCF81725-CFF8-4A9F-99FC-1F3F2470851E}" type="presOf" srcId="{0D204917-15BC-4D3D-8D48-5F9B487970B3}" destId="{854799D0-0A5D-4FF9-8806-EAE8E16E5E9F}" srcOrd="0" destOrd="0" presId="urn:microsoft.com/office/officeart/2005/8/layout/hList2"/>
    <dgm:cxn modelId="{C611092A-6E37-4B2A-8381-2F42F226DC52}" type="presOf" srcId="{55B2CD0C-C52B-46DF-8DCC-6792EEAAEB8E}" destId="{B9F9D2AD-ABB1-4FBE-A31F-833493DA4692}" srcOrd="0" destOrd="3" presId="urn:microsoft.com/office/officeart/2005/8/layout/hList2"/>
    <dgm:cxn modelId="{1DF23F32-8CEF-47FF-9848-D09959D2162F}" type="presOf" srcId="{C95216A5-7043-4EF0-80ED-AC3D757E4CC8}" destId="{4DE365BD-E7E8-46F5-AF27-6A501C171CB9}" srcOrd="0" destOrd="1" presId="urn:microsoft.com/office/officeart/2005/8/layout/hList2"/>
    <dgm:cxn modelId="{531F9334-B7F2-4ABC-86CE-5B9D755FDB09}" srcId="{204D259E-C082-43D9-8564-6BADEDC75067}" destId="{3006859F-8EE7-4AEE-B125-1E23EEF7FE68}" srcOrd="2" destOrd="0" parTransId="{13F04CDF-023C-401F-99BF-35C5201D8FAB}" sibTransId="{BDCB2781-E65F-4D34-BA45-9407409B748C}"/>
    <dgm:cxn modelId="{692D7F38-2DEC-4FD3-BE67-CC969902E633}" type="presOf" srcId="{E174176A-BBA1-477E-AA2B-4295A8F067B3}" destId="{854799D0-0A5D-4FF9-8806-EAE8E16E5E9F}" srcOrd="0" destOrd="3" presId="urn:microsoft.com/office/officeart/2005/8/layout/hList2"/>
    <dgm:cxn modelId="{657CED38-2F8F-43BC-A213-F0D3D4C25A11}" type="presOf" srcId="{79022FC2-83CC-4063-8AFA-45C66762235F}" destId="{96BCB27A-E356-4021-BED6-6281150EB318}" srcOrd="0" destOrd="0" presId="urn:microsoft.com/office/officeart/2005/8/layout/hList2"/>
    <dgm:cxn modelId="{786DCB39-411C-45BC-AA0E-3A893B1C8891}" type="presOf" srcId="{7B6CE67D-B6BA-4330-BFDB-55E273A7D783}" destId="{4DE365BD-E7E8-46F5-AF27-6A501C171CB9}" srcOrd="0" destOrd="0" presId="urn:microsoft.com/office/officeart/2005/8/layout/hList2"/>
    <dgm:cxn modelId="{4BB4BC3D-A053-4033-B3F7-B779B016A562}" type="presOf" srcId="{28851ACC-2C25-416F-9139-1ABA7740CB47}" destId="{7D63CC1B-209C-4B20-A9DC-80BDEA9F4F14}" srcOrd="0" destOrd="0" presId="urn:microsoft.com/office/officeart/2005/8/layout/hList2"/>
    <dgm:cxn modelId="{99B7DE3E-0ADD-40B4-BB79-2288AD4B78D7}" type="presOf" srcId="{82FE0E5B-3AEB-476D-8D79-483120DADC6D}" destId="{854799D0-0A5D-4FF9-8806-EAE8E16E5E9F}" srcOrd="0" destOrd="1" presId="urn:microsoft.com/office/officeart/2005/8/layout/hList2"/>
    <dgm:cxn modelId="{0D99095D-A3AA-4D02-8646-850E8D645EB5}" type="presOf" srcId="{FE4D8540-B7FE-48FE-A012-03B11B113760}" destId="{8C873F7C-DAE9-4C04-AD00-EE7FA693457F}" srcOrd="0" destOrd="0" presId="urn:microsoft.com/office/officeart/2005/8/layout/hList2"/>
    <dgm:cxn modelId="{C32A9944-DF93-4931-8303-D597B5E06B3C}" srcId="{97F05DD2-ECD8-4D40-858F-D49964F5FCB1}" destId="{55B2CD0C-C52B-46DF-8DCC-6792EEAAEB8E}" srcOrd="3" destOrd="0" parTransId="{23456C7F-0D5E-43D1-98A0-A8271D18905D}" sibTransId="{8E354065-025B-40AD-AB18-D736509CB67D}"/>
    <dgm:cxn modelId="{6A571767-4BEC-495D-856C-616AEF608DDA}" srcId="{28851ACC-2C25-416F-9139-1ABA7740CB47}" destId="{7B6CE67D-B6BA-4330-BFDB-55E273A7D783}" srcOrd="0" destOrd="0" parTransId="{7988AA81-3D18-4397-ABB2-1246F24C7149}" sibTransId="{C0D5B3A2-E0A4-4B15-896E-6E874B29C39E}"/>
    <dgm:cxn modelId="{D2E8376E-9D39-4434-9371-3A4F5F46C1C7}" type="presOf" srcId="{C2C9A3AB-7692-46DC-871E-C99C7DA41C4A}" destId="{8158D0E8-2F86-4D21-BCB9-04340A9B6772}" srcOrd="0" destOrd="0" presId="urn:microsoft.com/office/officeart/2005/8/layout/hList2"/>
    <dgm:cxn modelId="{215D494E-FEED-4D50-B265-2915C5AD8F51}" srcId="{97F05DD2-ECD8-4D40-858F-D49964F5FCB1}" destId="{BB13FBB0-C1BE-4C43-9666-E4745A585CD5}" srcOrd="1" destOrd="0" parTransId="{A7274119-57B0-43C6-B5C1-5CA28AC0910C}" sibTransId="{0DD7B9DC-1AAA-41FC-9052-C6BD835BF31D}"/>
    <dgm:cxn modelId="{BB915E4F-9AA0-4837-A9D4-766C9295C648}" type="presOf" srcId="{C26D768C-E814-4857-8ACC-D05AFBA1F845}" destId="{96BCB27A-E356-4021-BED6-6281150EB318}" srcOrd="0" destOrd="1" presId="urn:microsoft.com/office/officeart/2005/8/layout/hList2"/>
    <dgm:cxn modelId="{BBAFAE56-7170-4C86-A4D2-CE42E7F3590C}" srcId="{FE4D8540-B7FE-48FE-A012-03B11B113760}" destId="{97F05DD2-ECD8-4D40-858F-D49964F5FCB1}" srcOrd="4" destOrd="0" parTransId="{00C70ADC-39CE-436B-A104-B9BFF88CE654}" sibTransId="{16BBD191-FE6A-4605-A6C1-07679E1BDC34}"/>
    <dgm:cxn modelId="{06A6BE79-C740-4438-8FFA-8F44CC75F575}" type="presOf" srcId="{AA617039-82CD-45B0-A6D2-E1508B63FA6C}" destId="{B9F9D2AD-ABB1-4FBE-A31F-833493DA4692}" srcOrd="0" destOrd="0" presId="urn:microsoft.com/office/officeart/2005/8/layout/hList2"/>
    <dgm:cxn modelId="{86207E88-B2BE-4C6C-B6DC-219580B41368}" type="presOf" srcId="{EF7C7C93-29BD-4244-9ADB-28EB7AEC0FD8}" destId="{96BCB27A-E356-4021-BED6-6281150EB318}" srcOrd="0" destOrd="3" presId="urn:microsoft.com/office/officeart/2005/8/layout/hList2"/>
    <dgm:cxn modelId="{25EEC98E-EC67-4B4F-A0C4-F77DBE89C6FC}" srcId="{FE4D8540-B7FE-48FE-A012-03B11B113760}" destId="{28851ACC-2C25-416F-9139-1ABA7740CB47}" srcOrd="2" destOrd="0" parTransId="{1B31483C-2674-4D86-9EC7-DD96F9CE9D13}" sibTransId="{C55E3406-201A-4767-A6AE-4DE35654D422}"/>
    <dgm:cxn modelId="{5335D18E-357A-4CB1-8FAF-2E984EDE07E8}" srcId="{FE4D8540-B7FE-48FE-A012-03B11B113760}" destId="{AF7F59B9-2D10-4A7F-984B-DBE3ED49C9BC}" srcOrd="1" destOrd="0" parTransId="{916E82A4-34DC-4BD5-A514-F0CD89C699A2}" sibTransId="{C3923E07-9B94-4FC0-A6EA-E63ADD39FD54}"/>
    <dgm:cxn modelId="{87E36C8F-7BF3-4B39-9888-219A361205D3}" srcId="{C7CFF2D2-CCF6-49B2-BE0A-45CB7C7AB5C4}" destId="{DF089FA9-4890-42FB-B31C-76E6D8564C6F}" srcOrd="2" destOrd="0" parTransId="{4FD2AE35-9194-43EF-85D8-B91FF0B298A7}" sibTransId="{C762F96D-021E-4486-A459-6249FEF7D3BF}"/>
    <dgm:cxn modelId="{DE2A0097-E275-47DD-BD04-E5981D7CD5C2}" srcId="{C7CFF2D2-CCF6-49B2-BE0A-45CB7C7AB5C4}" destId="{C26D768C-E814-4857-8ACC-D05AFBA1F845}" srcOrd="1" destOrd="0" parTransId="{12E681E2-8F70-4360-BDEF-F42653E7A81F}" sibTransId="{5A311ECE-8111-4260-8C21-BA6A6A1C5800}"/>
    <dgm:cxn modelId="{0F681E9A-2069-427E-BC5A-81DB38AA17EC}" srcId="{AF7F59B9-2D10-4A7F-984B-DBE3ED49C9BC}" destId="{C5AB1718-EF06-45F8-B71A-001A0F8DCB3C}" srcOrd="1" destOrd="0" parTransId="{AF741A90-29B4-4CB4-8DDB-0EE4F30FDC42}" sibTransId="{90E81439-2F70-4816-91BE-9F1411C4D3E1}"/>
    <dgm:cxn modelId="{1CA706B1-5FB7-4A35-9C6C-D7859A50A1E7}" srcId="{FE4D8540-B7FE-48FE-A012-03B11B113760}" destId="{C7CFF2D2-CCF6-49B2-BE0A-45CB7C7AB5C4}" srcOrd="0" destOrd="0" parTransId="{81E45174-5F99-467D-8128-D497FF69B491}" sibTransId="{EA574046-EAEE-4165-9D7B-2F44B740BCC5}"/>
    <dgm:cxn modelId="{FC3344B1-7891-4E44-A62D-8C64692ACED1}" srcId="{204D259E-C082-43D9-8564-6BADEDC75067}" destId="{E174176A-BBA1-477E-AA2B-4295A8F067B3}" srcOrd="3" destOrd="0" parTransId="{C73D6B7A-A3F6-48AF-82CD-DEEEE8F47952}" sibTransId="{566BBA5B-F6C9-4FC0-BE77-8B23230832D6}"/>
    <dgm:cxn modelId="{BF9EA8B1-6020-4C88-BA0D-DC01EFAD902A}" type="presOf" srcId="{21D6BBA1-7757-45F4-9884-D179D73E2F35}" destId="{8158D0E8-2F86-4D21-BCB9-04340A9B6772}" srcOrd="0" destOrd="2" presId="urn:microsoft.com/office/officeart/2005/8/layout/hList2"/>
    <dgm:cxn modelId="{2BFB3AB2-0186-452A-A6BB-F57DBFBC647C}" type="presOf" srcId="{3006859F-8EE7-4AEE-B125-1E23EEF7FE68}" destId="{854799D0-0A5D-4FF9-8806-EAE8E16E5E9F}" srcOrd="0" destOrd="2" presId="urn:microsoft.com/office/officeart/2005/8/layout/hList2"/>
    <dgm:cxn modelId="{C38D44B7-11FB-46EB-B5E7-236C13CEC6B2}" type="presOf" srcId="{DF089FA9-4890-42FB-B31C-76E6D8564C6F}" destId="{96BCB27A-E356-4021-BED6-6281150EB318}" srcOrd="0" destOrd="2" presId="urn:microsoft.com/office/officeart/2005/8/layout/hList2"/>
    <dgm:cxn modelId="{E6AADEBC-1F3A-4D92-825A-0162A2AA06C5}" type="presOf" srcId="{87BCAA06-72E4-4C53-BE7B-C73D1545BA6E}" destId="{B9F9D2AD-ABB1-4FBE-A31F-833493DA4692}" srcOrd="0" destOrd="5" presId="urn:microsoft.com/office/officeart/2005/8/layout/hList2"/>
    <dgm:cxn modelId="{AC2CBFC2-F221-4652-A714-E608A922D2A9}" type="presOf" srcId="{90231364-33F6-4EC8-BB48-5883A5F27889}" destId="{B9F9D2AD-ABB1-4FBE-A31F-833493DA4692}" srcOrd="0" destOrd="2" presId="urn:microsoft.com/office/officeart/2005/8/layout/hList2"/>
    <dgm:cxn modelId="{BBD832CA-5B3A-4645-816A-26EC2924B8C1}" srcId="{AF7F59B9-2D10-4A7F-984B-DBE3ED49C9BC}" destId="{21D6BBA1-7757-45F4-9884-D179D73E2F35}" srcOrd="2" destOrd="0" parTransId="{521080B5-7FE9-4662-BAA6-C36421DF22D0}" sibTransId="{172AF351-94A7-4F8C-9DF1-03FA988F8589}"/>
    <dgm:cxn modelId="{BE5F68CA-FBDB-4585-BD03-453FC12A6AFE}" srcId="{28851ACC-2C25-416F-9139-1ABA7740CB47}" destId="{C95216A5-7043-4EF0-80ED-AC3D757E4CC8}" srcOrd="1" destOrd="0" parTransId="{7EA22514-9294-4583-BF81-BA6B7D79B285}" sibTransId="{1687689D-608C-4D0A-89AC-78EBC460264A}"/>
    <dgm:cxn modelId="{921F5CCE-1D96-4DD0-8ACF-C82BB72325AF}" type="presOf" srcId="{204D259E-C082-43D9-8564-6BADEDC75067}" destId="{37A61181-0C32-43CD-A2F0-939D2E52505A}" srcOrd="0" destOrd="0" presId="urn:microsoft.com/office/officeart/2005/8/layout/hList2"/>
    <dgm:cxn modelId="{A43233D9-D357-491F-8593-3F2F10D223FA}" type="presOf" srcId="{97F05DD2-ECD8-4D40-858F-D49964F5FCB1}" destId="{E352AF41-376B-4388-A030-43CD3AD9DD7C}" srcOrd="0" destOrd="0" presId="urn:microsoft.com/office/officeart/2005/8/layout/hList2"/>
    <dgm:cxn modelId="{2BBD7DEE-89E2-49BB-932E-A18602B331A7}" type="presOf" srcId="{BB13FBB0-C1BE-4C43-9666-E4745A585CD5}" destId="{B9F9D2AD-ABB1-4FBE-A31F-833493DA4692}" srcOrd="0" destOrd="1" presId="urn:microsoft.com/office/officeart/2005/8/layout/hList2"/>
    <dgm:cxn modelId="{A2536CF1-549E-476E-8292-3753ECB53526}" type="presOf" srcId="{59D0B866-195B-4FFE-AF26-221F42E09D98}" destId="{B9F9D2AD-ABB1-4FBE-A31F-833493DA4692}" srcOrd="0" destOrd="4" presId="urn:microsoft.com/office/officeart/2005/8/layout/hList2"/>
    <dgm:cxn modelId="{5FECDEF3-158C-476D-B1F6-D4474440946A}" srcId="{FE4D8540-B7FE-48FE-A012-03B11B113760}" destId="{204D259E-C082-43D9-8564-6BADEDC75067}" srcOrd="3" destOrd="0" parTransId="{312D2283-84FD-47AB-88D5-D58E25988147}" sibTransId="{899FC735-DFEA-4CA5-BA31-D8E94E104824}"/>
    <dgm:cxn modelId="{63F60DF7-8F0F-4682-9C39-D2E309122D6D}" srcId="{97F05DD2-ECD8-4D40-858F-D49964F5FCB1}" destId="{90231364-33F6-4EC8-BB48-5883A5F27889}" srcOrd="2" destOrd="0" parTransId="{1E436497-B16C-4075-86A6-F50384C26367}" sibTransId="{75DA5FBD-56A2-4B8A-B6FF-F45308ADB014}"/>
    <dgm:cxn modelId="{8CCF10CC-5D57-4705-AFAA-8D235414EE3A}" type="presParOf" srcId="{8C873F7C-DAE9-4C04-AD00-EE7FA693457F}" destId="{DB90A471-02F0-4F8B-A496-A08B1FBA4162}" srcOrd="0" destOrd="0" presId="urn:microsoft.com/office/officeart/2005/8/layout/hList2"/>
    <dgm:cxn modelId="{07EDE565-CF4E-4949-864F-749ABD57F4F7}" type="presParOf" srcId="{DB90A471-02F0-4F8B-A496-A08B1FBA4162}" destId="{43A1BF10-3782-4F4B-9815-0094CA6EE300}" srcOrd="0" destOrd="0" presId="urn:microsoft.com/office/officeart/2005/8/layout/hList2"/>
    <dgm:cxn modelId="{38AF540E-5C05-469E-9735-7FFCCB5E8D0D}" type="presParOf" srcId="{DB90A471-02F0-4F8B-A496-A08B1FBA4162}" destId="{96BCB27A-E356-4021-BED6-6281150EB318}" srcOrd="1" destOrd="0" presId="urn:microsoft.com/office/officeart/2005/8/layout/hList2"/>
    <dgm:cxn modelId="{21C961D4-3381-4A15-B392-4EB55B8A0051}" type="presParOf" srcId="{DB90A471-02F0-4F8B-A496-A08B1FBA4162}" destId="{0E79CE6E-DAE9-42F9-A33B-8FA85094EB46}" srcOrd="2" destOrd="0" presId="urn:microsoft.com/office/officeart/2005/8/layout/hList2"/>
    <dgm:cxn modelId="{D31C387C-959C-43BF-B3BD-A0DE4698C62B}" type="presParOf" srcId="{8C873F7C-DAE9-4C04-AD00-EE7FA693457F}" destId="{7ADF2494-6441-4816-B49A-78092122808B}" srcOrd="1" destOrd="0" presId="urn:microsoft.com/office/officeart/2005/8/layout/hList2"/>
    <dgm:cxn modelId="{B6F9FC37-2616-4448-A88B-2E5327410B83}" type="presParOf" srcId="{8C873F7C-DAE9-4C04-AD00-EE7FA693457F}" destId="{EBAD28D6-E66A-43E9-AC26-8AEE6F299BD1}" srcOrd="2" destOrd="0" presId="urn:microsoft.com/office/officeart/2005/8/layout/hList2"/>
    <dgm:cxn modelId="{008657F8-8244-426B-8CE0-03E530D708B8}" type="presParOf" srcId="{EBAD28D6-E66A-43E9-AC26-8AEE6F299BD1}" destId="{11B21243-BED6-42AD-A108-2F6289C129FE}" srcOrd="0" destOrd="0" presId="urn:microsoft.com/office/officeart/2005/8/layout/hList2"/>
    <dgm:cxn modelId="{599B1752-3E8A-40AC-B3B5-1BC88A36C1D9}" type="presParOf" srcId="{EBAD28D6-E66A-43E9-AC26-8AEE6F299BD1}" destId="{8158D0E8-2F86-4D21-BCB9-04340A9B6772}" srcOrd="1" destOrd="0" presId="urn:microsoft.com/office/officeart/2005/8/layout/hList2"/>
    <dgm:cxn modelId="{886F3B6B-FFE2-4B2F-BAA3-344ABD0ACC63}" type="presParOf" srcId="{EBAD28D6-E66A-43E9-AC26-8AEE6F299BD1}" destId="{E94974D9-2C05-456E-B612-AFB74DC060A7}" srcOrd="2" destOrd="0" presId="urn:microsoft.com/office/officeart/2005/8/layout/hList2"/>
    <dgm:cxn modelId="{3D9DC922-4E46-4773-9954-D8E020C46FAA}" type="presParOf" srcId="{8C873F7C-DAE9-4C04-AD00-EE7FA693457F}" destId="{A9A32262-981C-4705-B0F0-8990FA3DFD51}" srcOrd="3" destOrd="0" presId="urn:microsoft.com/office/officeart/2005/8/layout/hList2"/>
    <dgm:cxn modelId="{D1154B0D-7FB8-454E-A004-93E0F2E6B827}" type="presParOf" srcId="{8C873F7C-DAE9-4C04-AD00-EE7FA693457F}" destId="{82A6FBC2-B644-4F7B-9D54-3679EB875A4E}" srcOrd="4" destOrd="0" presId="urn:microsoft.com/office/officeart/2005/8/layout/hList2"/>
    <dgm:cxn modelId="{8BB46E6E-47AB-4127-8604-11E03F1BCCD4}" type="presParOf" srcId="{82A6FBC2-B644-4F7B-9D54-3679EB875A4E}" destId="{3DF5ACDA-5E0F-4CC6-B24B-07537AA59E6C}" srcOrd="0" destOrd="0" presId="urn:microsoft.com/office/officeart/2005/8/layout/hList2"/>
    <dgm:cxn modelId="{1F47895D-8C95-4F33-BC9B-933C66CA81F0}" type="presParOf" srcId="{82A6FBC2-B644-4F7B-9D54-3679EB875A4E}" destId="{4DE365BD-E7E8-46F5-AF27-6A501C171CB9}" srcOrd="1" destOrd="0" presId="urn:microsoft.com/office/officeart/2005/8/layout/hList2"/>
    <dgm:cxn modelId="{B4001240-2267-4687-BD2D-D83A7A51B9DC}" type="presParOf" srcId="{82A6FBC2-B644-4F7B-9D54-3679EB875A4E}" destId="{7D63CC1B-209C-4B20-A9DC-80BDEA9F4F14}" srcOrd="2" destOrd="0" presId="urn:microsoft.com/office/officeart/2005/8/layout/hList2"/>
    <dgm:cxn modelId="{FB8E58DE-E8C2-41F4-BA77-96C591BA1D43}" type="presParOf" srcId="{8C873F7C-DAE9-4C04-AD00-EE7FA693457F}" destId="{4C4075D0-EC65-4599-87A9-B10D00AD65AE}" srcOrd="5" destOrd="0" presId="urn:microsoft.com/office/officeart/2005/8/layout/hList2"/>
    <dgm:cxn modelId="{24F3691F-4690-4B86-BE55-524D6CBB8C3C}" type="presParOf" srcId="{8C873F7C-DAE9-4C04-AD00-EE7FA693457F}" destId="{B9913E61-D9E3-4542-8D12-5E10146634C7}" srcOrd="6" destOrd="0" presId="urn:microsoft.com/office/officeart/2005/8/layout/hList2"/>
    <dgm:cxn modelId="{A858EC85-2189-4C15-AD3D-653BB7EDCEB5}" type="presParOf" srcId="{B9913E61-D9E3-4542-8D12-5E10146634C7}" destId="{C820D494-EDA9-42C2-A693-A45D9F08FC8B}" srcOrd="0" destOrd="0" presId="urn:microsoft.com/office/officeart/2005/8/layout/hList2"/>
    <dgm:cxn modelId="{7442833A-6751-4AC7-B5AE-9B515C7CEA90}" type="presParOf" srcId="{B9913E61-D9E3-4542-8D12-5E10146634C7}" destId="{854799D0-0A5D-4FF9-8806-EAE8E16E5E9F}" srcOrd="1" destOrd="0" presId="urn:microsoft.com/office/officeart/2005/8/layout/hList2"/>
    <dgm:cxn modelId="{5CB0CCDB-E5B3-41C2-AAFD-D2DA47204610}" type="presParOf" srcId="{B9913E61-D9E3-4542-8D12-5E10146634C7}" destId="{37A61181-0C32-43CD-A2F0-939D2E52505A}" srcOrd="2" destOrd="0" presId="urn:microsoft.com/office/officeart/2005/8/layout/hList2"/>
    <dgm:cxn modelId="{89AAF8EA-CC5F-4910-83F6-82179F97BC82}" type="presParOf" srcId="{8C873F7C-DAE9-4C04-AD00-EE7FA693457F}" destId="{C2CAF015-4A5B-44AD-907F-B31F76E4945B}" srcOrd="7" destOrd="0" presId="urn:microsoft.com/office/officeart/2005/8/layout/hList2"/>
    <dgm:cxn modelId="{5CAA7536-99B7-434D-89F4-45A28536FCFE}" type="presParOf" srcId="{8C873F7C-DAE9-4C04-AD00-EE7FA693457F}" destId="{C1E7B0E2-3D23-4750-A7FB-E6599B1119B0}" srcOrd="8" destOrd="0" presId="urn:microsoft.com/office/officeart/2005/8/layout/hList2"/>
    <dgm:cxn modelId="{0E8DD072-4943-4489-BCE7-54E32987C446}" type="presParOf" srcId="{C1E7B0E2-3D23-4750-A7FB-E6599B1119B0}" destId="{CB52E465-9640-413B-BD89-E1D4ACDF6543}" srcOrd="0" destOrd="0" presId="urn:microsoft.com/office/officeart/2005/8/layout/hList2"/>
    <dgm:cxn modelId="{64667DF7-D4CD-4BBA-A6DA-CD41BA98BD73}" type="presParOf" srcId="{C1E7B0E2-3D23-4750-A7FB-E6599B1119B0}" destId="{B9F9D2AD-ABB1-4FBE-A31F-833493DA4692}" srcOrd="1" destOrd="0" presId="urn:microsoft.com/office/officeart/2005/8/layout/hList2"/>
    <dgm:cxn modelId="{06E13150-EAA3-464C-9523-E5A3EE11547B}" type="presParOf" srcId="{C1E7B0E2-3D23-4750-A7FB-E6599B1119B0}" destId="{E352AF41-376B-4388-A030-43CD3AD9DD7C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A7FD1-9B65-46EF-9549-BA6AB40150AF}">
      <dsp:nvSpPr>
        <dsp:cNvPr id="0" name=""/>
        <dsp:cNvSpPr/>
      </dsp:nvSpPr>
      <dsp:spPr>
        <a:xfrm>
          <a:off x="0" y="170712"/>
          <a:ext cx="9060872" cy="100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45C2F2-67CB-466B-A23E-71B545000E35}">
      <dsp:nvSpPr>
        <dsp:cNvPr id="0" name=""/>
        <dsp:cNvSpPr/>
      </dsp:nvSpPr>
      <dsp:spPr>
        <a:xfrm>
          <a:off x="453043" y="18353"/>
          <a:ext cx="6342610" cy="74275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736" tIns="0" rIns="239736" bIns="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effectLst/>
              <a:latin typeface="Rubik-Regular"/>
            </a:rPr>
            <a:t>Class 1 boards:</a:t>
          </a:r>
          <a:r>
            <a:rPr lang="en-US" sz="1800" b="0" i="0" kern="1200" dirty="0">
              <a:effectLst/>
              <a:latin typeface="Rubik-Light"/>
            </a:rPr>
            <a:t> Consumer electronic. </a:t>
          </a:r>
          <a:endParaRPr lang="en-US" sz="1800" kern="1200" dirty="0"/>
        </a:p>
      </dsp:txBody>
      <dsp:txXfrm>
        <a:off x="489301" y="54611"/>
        <a:ext cx="6270094" cy="670242"/>
      </dsp:txXfrm>
    </dsp:sp>
    <dsp:sp modelId="{4B5EF19B-AB15-4C52-B53C-B088F89AB096}">
      <dsp:nvSpPr>
        <dsp:cNvPr id="0" name=""/>
        <dsp:cNvSpPr/>
      </dsp:nvSpPr>
      <dsp:spPr>
        <a:xfrm>
          <a:off x="0" y="1659955"/>
          <a:ext cx="9060872" cy="100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82AF53-D9E3-4B71-AAC2-AA53F050FA98}">
      <dsp:nvSpPr>
        <dsp:cNvPr id="0" name=""/>
        <dsp:cNvSpPr/>
      </dsp:nvSpPr>
      <dsp:spPr>
        <a:xfrm>
          <a:off x="453043" y="1394712"/>
          <a:ext cx="6342610" cy="85564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736" tIns="0" rIns="239736" bIns="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rgbClr val="363636"/>
              </a:solidFill>
              <a:effectLst/>
              <a:latin typeface="Rubik-Regular"/>
            </a:rPr>
            <a:t>Class 2 boards:</a:t>
          </a:r>
          <a:r>
            <a:rPr lang="en-US" sz="1800" b="0" i="0" kern="1200" dirty="0">
              <a:solidFill>
                <a:srgbClr val="333333"/>
              </a:solidFill>
              <a:effectLst/>
              <a:latin typeface="Rubik-Light"/>
            </a:rPr>
            <a:t> Devices where high reliability is important and which try to minimize failure. </a:t>
          </a:r>
          <a:endParaRPr lang="en-US" sz="1800" kern="1200" dirty="0"/>
        </a:p>
      </dsp:txBody>
      <dsp:txXfrm>
        <a:off x="494812" y="1436481"/>
        <a:ext cx="6259072" cy="772105"/>
      </dsp:txXfrm>
    </dsp:sp>
    <dsp:sp modelId="{732F229C-AF54-4DB4-AFDF-E4CBD93B5BC1}">
      <dsp:nvSpPr>
        <dsp:cNvPr id="0" name=""/>
        <dsp:cNvSpPr/>
      </dsp:nvSpPr>
      <dsp:spPr>
        <a:xfrm>
          <a:off x="0" y="3096759"/>
          <a:ext cx="9060872" cy="100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C2B39-4F82-4CF9-BCE5-5DE9C5CDFFB9}">
      <dsp:nvSpPr>
        <dsp:cNvPr id="0" name=""/>
        <dsp:cNvSpPr/>
      </dsp:nvSpPr>
      <dsp:spPr>
        <a:xfrm>
          <a:off x="453043" y="2883955"/>
          <a:ext cx="6342610" cy="80320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736" tIns="0" rIns="239736" bIns="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rgbClr val="363636"/>
              </a:solidFill>
              <a:effectLst/>
              <a:latin typeface="Rubik-Regular"/>
            </a:rPr>
            <a:t>Class 3 boards: T</a:t>
          </a:r>
          <a:r>
            <a:rPr lang="en-US" sz="1800" b="0" i="0" kern="1200" dirty="0">
              <a:solidFill>
                <a:srgbClr val="333333"/>
              </a:solidFill>
              <a:effectLst/>
              <a:latin typeface="Rubik-Light"/>
            </a:rPr>
            <a:t>he most exacting manufacturing standards of a PCB. If it fails, lives are immediately at stake. For </a:t>
          </a:r>
          <a:r>
            <a:rPr lang="en-US" sz="1800" b="0" i="0" kern="1200" dirty="0" err="1">
              <a:solidFill>
                <a:srgbClr val="333333"/>
              </a:solidFill>
              <a:effectLst/>
              <a:latin typeface="Rubik-Light"/>
            </a:rPr>
            <a:t>eg.</a:t>
          </a:r>
          <a:r>
            <a:rPr lang="en-US" sz="1800" b="0" i="0" kern="1200" dirty="0">
              <a:solidFill>
                <a:srgbClr val="333333"/>
              </a:solidFill>
              <a:effectLst/>
              <a:latin typeface="Rubik-Light"/>
            </a:rPr>
            <a:t> the boards on an airplane.</a:t>
          </a:r>
          <a:endParaRPr lang="en-US" sz="1800" kern="1200" dirty="0"/>
        </a:p>
      </dsp:txBody>
      <dsp:txXfrm>
        <a:off x="492252" y="2923164"/>
        <a:ext cx="6264192" cy="7247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79F13-3D86-4C78-BF41-F613B745A9B5}">
      <dsp:nvSpPr>
        <dsp:cNvPr id="0" name=""/>
        <dsp:cNvSpPr/>
      </dsp:nvSpPr>
      <dsp:spPr>
        <a:xfrm>
          <a:off x="0" y="247760"/>
          <a:ext cx="8138160" cy="907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5AE66-0DB0-479A-9A0E-A3724B815603}">
      <dsp:nvSpPr>
        <dsp:cNvPr id="0" name=""/>
        <dsp:cNvSpPr/>
      </dsp:nvSpPr>
      <dsp:spPr>
        <a:xfrm>
          <a:off x="406908" y="58957"/>
          <a:ext cx="7529401" cy="72016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322" tIns="0" rIns="21532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Rigid Boards</a:t>
          </a:r>
          <a:r>
            <a:rPr lang="en-US" sz="2000" kern="1200" dirty="0"/>
            <a:t>: Board layout contained within a rigid substrate</a:t>
          </a:r>
        </a:p>
      </dsp:txBody>
      <dsp:txXfrm>
        <a:off x="442063" y="94112"/>
        <a:ext cx="7459091" cy="649852"/>
      </dsp:txXfrm>
    </dsp:sp>
    <dsp:sp modelId="{BFF1738F-4F98-4DF1-8C8F-1E44633F2933}">
      <dsp:nvSpPr>
        <dsp:cNvPr id="0" name=""/>
        <dsp:cNvSpPr/>
      </dsp:nvSpPr>
      <dsp:spPr>
        <a:xfrm>
          <a:off x="0" y="2053316"/>
          <a:ext cx="8138160" cy="907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6AAD0-0764-48BD-957B-3EADFD411864}">
      <dsp:nvSpPr>
        <dsp:cNvPr id="0" name=""/>
        <dsp:cNvSpPr/>
      </dsp:nvSpPr>
      <dsp:spPr>
        <a:xfrm>
          <a:off x="406908" y="1349360"/>
          <a:ext cx="7577025" cy="12353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322" tIns="0" rIns="215322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Flexible Boards</a:t>
          </a:r>
          <a:r>
            <a:rPr lang="en-US" sz="2000" kern="1200" dirty="0"/>
            <a:t>: Composed of less rigid material that allows for far greater deflection</a:t>
          </a:r>
        </a:p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Board thickness far less than standard rigid board</a:t>
          </a:r>
        </a:p>
      </dsp:txBody>
      <dsp:txXfrm>
        <a:off x="467211" y="1409663"/>
        <a:ext cx="7456419" cy="1114710"/>
      </dsp:txXfrm>
    </dsp:sp>
    <dsp:sp modelId="{6E10F788-CB84-445F-937D-2C1C11FD11D8}">
      <dsp:nvSpPr>
        <dsp:cNvPr id="0" name=""/>
        <dsp:cNvSpPr/>
      </dsp:nvSpPr>
      <dsp:spPr>
        <a:xfrm>
          <a:off x="0" y="3686276"/>
          <a:ext cx="8138160" cy="907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8F2B64-EB54-49EE-931E-8944E0669161}">
      <dsp:nvSpPr>
        <dsp:cNvPr id="0" name=""/>
        <dsp:cNvSpPr/>
      </dsp:nvSpPr>
      <dsp:spPr>
        <a:xfrm>
          <a:off x="406908" y="3154916"/>
          <a:ext cx="7539769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322" tIns="0" rIns="215322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A metal-core PCB</a:t>
          </a:r>
          <a:r>
            <a:rPr lang="en-US" sz="2000" kern="1200" dirty="0"/>
            <a:t>: Offshoot of rigid board designs</a:t>
          </a:r>
        </a:p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Increased ability to dissipate heat throughout the board to protect sensitive circuitry</a:t>
          </a:r>
        </a:p>
      </dsp:txBody>
      <dsp:txXfrm>
        <a:off x="458786" y="3206794"/>
        <a:ext cx="7436013" cy="9589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9CE6E-DAE9-42F9-A33B-8FA85094EB46}">
      <dsp:nvSpPr>
        <dsp:cNvPr id="0" name=""/>
        <dsp:cNvSpPr/>
      </dsp:nvSpPr>
      <dsp:spPr>
        <a:xfrm rot="16200000">
          <a:off x="-1606423" y="2525673"/>
          <a:ext cx="3811785" cy="513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3216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Develop the library CAD parts</a:t>
          </a:r>
        </a:p>
      </dsp:txBody>
      <dsp:txXfrm>
        <a:off x="-1606423" y="2525673"/>
        <a:ext cx="3811785" cy="513882"/>
      </dsp:txXfrm>
    </dsp:sp>
    <dsp:sp modelId="{96BCB27A-E356-4021-BED6-6281150EB318}">
      <dsp:nvSpPr>
        <dsp:cNvPr id="0" name=""/>
        <dsp:cNvSpPr/>
      </dsp:nvSpPr>
      <dsp:spPr>
        <a:xfrm>
          <a:off x="556410" y="876721"/>
          <a:ext cx="2559678" cy="3811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453216" rIns="99568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Library includes schematic symbols, simulation models, footprints for PCB layout and step models for 3D PCB display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Creation of logical representation of the circuitry on a schematic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Symbols placed on a schematic sheet, connected to form a circuitry, circuit simulation to verify electrical functioning, 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Connectivity data sent by schematic tools to the layout tools</a:t>
          </a:r>
        </a:p>
      </dsp:txBody>
      <dsp:txXfrm>
        <a:off x="556410" y="876721"/>
        <a:ext cx="2559678" cy="3811785"/>
      </dsp:txXfrm>
    </dsp:sp>
    <dsp:sp modelId="{43A1BF10-3782-4F4B-9815-0094CA6EE300}">
      <dsp:nvSpPr>
        <dsp:cNvPr id="0" name=""/>
        <dsp:cNvSpPr/>
      </dsp:nvSpPr>
      <dsp:spPr>
        <a:xfrm>
          <a:off x="42527" y="198397"/>
          <a:ext cx="1027764" cy="1027764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974D9-2C05-456E-B612-AFB74DC060A7}">
      <dsp:nvSpPr>
        <dsp:cNvPr id="0" name=""/>
        <dsp:cNvSpPr/>
      </dsp:nvSpPr>
      <dsp:spPr>
        <a:xfrm rot="16200000">
          <a:off x="2111103" y="2525673"/>
          <a:ext cx="3811785" cy="513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3216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Layout</a:t>
          </a:r>
        </a:p>
      </dsp:txBody>
      <dsp:txXfrm>
        <a:off x="2111103" y="2525673"/>
        <a:ext cx="3811785" cy="513882"/>
      </dsp:txXfrm>
    </dsp:sp>
    <dsp:sp modelId="{8158D0E8-2F86-4D21-BCB9-04340A9B6772}">
      <dsp:nvSpPr>
        <dsp:cNvPr id="0" name=""/>
        <dsp:cNvSpPr/>
      </dsp:nvSpPr>
      <dsp:spPr>
        <a:xfrm>
          <a:off x="4273937" y="876721"/>
          <a:ext cx="2559678" cy="3811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453216" rIns="99568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Component are optimally organized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Connect the nets to the pins by drawing the traces and planes between the pins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Design rules prevent the traces of one net from touching another net 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Manufacturing drawings and the output files  are created  for being used to build the board</a:t>
          </a:r>
        </a:p>
      </dsp:txBody>
      <dsp:txXfrm>
        <a:off x="4273937" y="876721"/>
        <a:ext cx="2559678" cy="3811785"/>
      </dsp:txXfrm>
    </dsp:sp>
    <dsp:sp modelId="{11B21243-BED6-42AD-A108-2F6289C129FE}">
      <dsp:nvSpPr>
        <dsp:cNvPr id="0" name=""/>
        <dsp:cNvSpPr/>
      </dsp:nvSpPr>
      <dsp:spPr>
        <a:xfrm>
          <a:off x="3760055" y="198397"/>
          <a:ext cx="1027764" cy="1027764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9CE6E-DAE9-42F9-A33B-8FA85094EB46}">
      <dsp:nvSpPr>
        <dsp:cNvPr id="0" name=""/>
        <dsp:cNvSpPr/>
      </dsp:nvSpPr>
      <dsp:spPr>
        <a:xfrm rot="16200000">
          <a:off x="-2205570" y="3166343"/>
          <a:ext cx="4860662" cy="31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8554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Create the Schematic</a:t>
          </a:r>
        </a:p>
      </dsp:txBody>
      <dsp:txXfrm>
        <a:off x="-2205570" y="3166343"/>
        <a:ext cx="4860662" cy="315840"/>
      </dsp:txXfrm>
    </dsp:sp>
    <dsp:sp modelId="{96BCB27A-E356-4021-BED6-6281150EB318}">
      <dsp:nvSpPr>
        <dsp:cNvPr id="0" name=""/>
        <dsp:cNvSpPr/>
      </dsp:nvSpPr>
      <dsp:spPr>
        <a:xfrm>
          <a:off x="382680" y="893932"/>
          <a:ext cx="1573220" cy="48606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7855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Creating logic symbols for the parts that will be implemented: resistors, capacitors, inductors, connectors, and integrated circuits (ICs)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Organize them on schematic sheets within the CAD tools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Wires can be drawn that represents the connectivity between the pins of the schematic symbols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These lines are nets and they can represent single nets or group of nets</a:t>
          </a:r>
        </a:p>
      </dsp:txBody>
      <dsp:txXfrm>
        <a:off x="382680" y="893932"/>
        <a:ext cx="1573220" cy="4860662"/>
      </dsp:txXfrm>
    </dsp:sp>
    <dsp:sp modelId="{43A1BF10-3782-4F4B-9815-0094CA6EE300}">
      <dsp:nvSpPr>
        <dsp:cNvPr id="0" name=""/>
        <dsp:cNvSpPr/>
      </dsp:nvSpPr>
      <dsp:spPr>
        <a:xfrm>
          <a:off x="66840" y="477023"/>
          <a:ext cx="631680" cy="631680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974D9-2C05-456E-B612-AFB74DC060A7}">
      <dsp:nvSpPr>
        <dsp:cNvPr id="0" name=""/>
        <dsp:cNvSpPr/>
      </dsp:nvSpPr>
      <dsp:spPr>
        <a:xfrm rot="16200000">
          <a:off x="90001" y="3166343"/>
          <a:ext cx="4860662" cy="31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8554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Simulate the Circuitry</a:t>
          </a:r>
        </a:p>
      </dsp:txBody>
      <dsp:txXfrm>
        <a:off x="90001" y="3166343"/>
        <a:ext cx="4860662" cy="315840"/>
      </dsp:txXfrm>
    </dsp:sp>
    <dsp:sp modelId="{8158D0E8-2F86-4D21-BCB9-04340A9B6772}">
      <dsp:nvSpPr>
        <dsp:cNvPr id="0" name=""/>
        <dsp:cNvSpPr/>
      </dsp:nvSpPr>
      <dsp:spPr>
        <a:xfrm>
          <a:off x="2678252" y="893932"/>
          <a:ext cx="1573220" cy="48606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7855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With parts and nets organized on the schematic, the circuit is to be verified if it will work the intended way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Circuit simulations are employed in a simulation program with the Integrated Circuit Emphasis tool (SPICE tool)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The designed circuits are tested using SPICE tools before building the actual hardware</a:t>
          </a:r>
        </a:p>
      </dsp:txBody>
      <dsp:txXfrm>
        <a:off x="2678252" y="893932"/>
        <a:ext cx="1573220" cy="4860662"/>
      </dsp:txXfrm>
    </dsp:sp>
    <dsp:sp modelId="{11B21243-BED6-42AD-A108-2F6289C129FE}">
      <dsp:nvSpPr>
        <dsp:cNvPr id="0" name=""/>
        <dsp:cNvSpPr/>
      </dsp:nvSpPr>
      <dsp:spPr>
        <a:xfrm>
          <a:off x="2362411" y="477023"/>
          <a:ext cx="631680" cy="631680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3CC1B-209C-4B20-A9DC-80BDEA9F4F14}">
      <dsp:nvSpPr>
        <dsp:cNvPr id="0" name=""/>
        <dsp:cNvSpPr/>
      </dsp:nvSpPr>
      <dsp:spPr>
        <a:xfrm rot="16200000">
          <a:off x="2385572" y="3166343"/>
          <a:ext cx="4860662" cy="31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8554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CAD Tool Setup</a:t>
          </a:r>
        </a:p>
      </dsp:txBody>
      <dsp:txXfrm>
        <a:off x="2385572" y="3166343"/>
        <a:ext cx="4860662" cy="315840"/>
      </dsp:txXfrm>
    </dsp:sp>
    <dsp:sp modelId="{4DE365BD-E7E8-46F5-AF27-6A501C171CB9}">
      <dsp:nvSpPr>
        <dsp:cNvPr id="0" name=""/>
        <dsp:cNvSpPr/>
      </dsp:nvSpPr>
      <dsp:spPr>
        <a:xfrm>
          <a:off x="4973823" y="893932"/>
          <a:ext cx="1573220" cy="48606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7855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Set up design rules and constraints that will keep distinct nets from overlapping while maintaining the correct amount of distance to different objects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Design grids help place components and route traces in a neat and orderly manner</a:t>
          </a:r>
        </a:p>
      </dsp:txBody>
      <dsp:txXfrm>
        <a:off x="4973823" y="893932"/>
        <a:ext cx="1573220" cy="4860662"/>
      </dsp:txXfrm>
    </dsp:sp>
    <dsp:sp modelId="{3DF5ACDA-5E0F-4CC6-B24B-07537AA59E6C}">
      <dsp:nvSpPr>
        <dsp:cNvPr id="0" name=""/>
        <dsp:cNvSpPr/>
      </dsp:nvSpPr>
      <dsp:spPr>
        <a:xfrm>
          <a:off x="4657983" y="477023"/>
          <a:ext cx="631680" cy="631680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A61181-0C32-43CD-A2F0-939D2E52505A}">
      <dsp:nvSpPr>
        <dsp:cNvPr id="0" name=""/>
        <dsp:cNvSpPr/>
      </dsp:nvSpPr>
      <dsp:spPr>
        <a:xfrm rot="16200000">
          <a:off x="4681144" y="3166343"/>
          <a:ext cx="4860662" cy="31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8554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Place Components</a:t>
          </a:r>
        </a:p>
      </dsp:txBody>
      <dsp:txXfrm>
        <a:off x="4681144" y="3166343"/>
        <a:ext cx="4860662" cy="315840"/>
      </dsp:txXfrm>
    </dsp:sp>
    <dsp:sp modelId="{854799D0-0A5D-4FF9-8806-EAE8E16E5E9F}">
      <dsp:nvSpPr>
        <dsp:cNvPr id="0" name=""/>
        <dsp:cNvSpPr/>
      </dsp:nvSpPr>
      <dsp:spPr>
        <a:xfrm>
          <a:off x="7269395" y="893932"/>
          <a:ext cx="1573220" cy="48606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7855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Designers to place the components so that they can be best assembled by the manufacturer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Place the component footprints within the board outline in the CAD system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Placing these parts for their best performance while being mindful of connectivity, areas of excessive heat and electrical noise and other physical obstructions such as connectors, cables, and mounting hardware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>
        <a:off x="7269395" y="893932"/>
        <a:ext cx="1573220" cy="4860662"/>
      </dsp:txXfrm>
    </dsp:sp>
    <dsp:sp modelId="{C820D494-EDA9-42C2-A693-A45D9F08FC8B}">
      <dsp:nvSpPr>
        <dsp:cNvPr id="0" name=""/>
        <dsp:cNvSpPr/>
      </dsp:nvSpPr>
      <dsp:spPr>
        <a:xfrm>
          <a:off x="6953555" y="477023"/>
          <a:ext cx="631680" cy="631680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2AF41-376B-4388-A030-43CD3AD9DD7C}">
      <dsp:nvSpPr>
        <dsp:cNvPr id="0" name=""/>
        <dsp:cNvSpPr/>
      </dsp:nvSpPr>
      <dsp:spPr>
        <a:xfrm rot="16200000">
          <a:off x="6976715" y="3166343"/>
          <a:ext cx="4860662" cy="31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8554" bIns="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Route the PCB</a:t>
          </a:r>
        </a:p>
      </dsp:txBody>
      <dsp:txXfrm>
        <a:off x="6976715" y="3166343"/>
        <a:ext cx="4860662" cy="315840"/>
      </dsp:txXfrm>
    </dsp:sp>
    <dsp:sp modelId="{B9F9D2AD-ABB1-4FBE-A31F-833493DA4692}">
      <dsp:nvSpPr>
        <dsp:cNvPr id="0" name=""/>
        <dsp:cNvSpPr/>
      </dsp:nvSpPr>
      <dsp:spPr>
        <a:xfrm>
          <a:off x="9564967" y="893932"/>
          <a:ext cx="1573220" cy="48606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27855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Connect the nets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Convert rubber-band net connections into drawn traces and planes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Automated routing features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Making sure that nets are the correct length for the signals they are conducting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Ensure they do not cross areas of excessive noise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Prevent cross-talk or other signal integrity problems that may degrade the performance of the built board</a:t>
          </a:r>
        </a:p>
      </dsp:txBody>
      <dsp:txXfrm>
        <a:off x="9564967" y="893932"/>
        <a:ext cx="1573220" cy="4860662"/>
      </dsp:txXfrm>
    </dsp:sp>
    <dsp:sp modelId="{CB52E465-9640-413B-BD89-E1D4ACDF6543}">
      <dsp:nvSpPr>
        <dsp:cNvPr id="0" name=""/>
        <dsp:cNvSpPr/>
      </dsp:nvSpPr>
      <dsp:spPr>
        <a:xfrm>
          <a:off x="9249126" y="477023"/>
          <a:ext cx="631680" cy="631680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FB516-BAC5-410F-B2B2-7CCD709C0E2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2D449-E211-4ED7-AA66-CAA632ED4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7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prevent signal integrity issues such as ringing and reflection, PCB routing should follow planar routing guidelines, minimizing via usage mid-route. This critical difference from IC routing highlights the need for PCB-specific algorithms to handle challenges like impedance matching, crosstalk, and signal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22D449-E211-4ED7-AA66-CAA632ED42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9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D3AA-0A12-4E1E-85D1-FE35BB6CF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E19E2-9CF9-4194-813C-1D4F92D59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EEC57-DD57-46F9-AB3E-86A2425BE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867DE-37C9-40D9-A880-09A4AA86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CD3FB-DE32-4BF2-A985-DA8CBC7A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0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EC18-B493-4889-97E8-D81C27DC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8DDC4-832F-43EF-BE1D-E92D8DC02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B9179-87DC-46DB-85BE-B54DC295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AD323-3D17-44A1-86A7-F4698FF88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FF90C-94A9-41EC-A7BA-5F37B652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3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3DFB-F05F-48F8-BA93-C1D0D562F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608C7-AA6D-4826-A9EA-658B844B8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EFD51-E795-41CD-8C18-87C44F7C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86D75-A8F5-4EBC-8ACC-C5EAC4E0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603B6-9EC3-43E5-91C5-7FFDDA02B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7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5AC4-4135-45F0-BD62-671EFD1A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238F-5B20-49F8-8F7F-631A7D55E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C8958-1D01-4C79-A59F-D93509FBF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8E183-0747-4C5F-BF95-F4599758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E840A-C7BD-4BFE-A326-B05A52C9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95253-BED9-4F41-8CF3-DA47C23D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25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85E1-BC5D-464F-B308-45DF65E0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ABD4E-E97B-4243-90F8-8CFFA0AEC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D68AE-3353-48D9-A460-7D625397C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3291D-46CD-4C82-AE45-4DD9D61F5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7B769-72D3-4B49-A9CC-05B91EADD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0089AA-4BBD-43B1-97C8-28FCF043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C1A8C-04E4-48FE-877E-555530DF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B722CB-DCE6-4958-8F26-4097875D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9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6AE7-659C-4084-97DF-D02BB655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48402-AAFB-42F2-A53E-CF8011ED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2930E-718C-40DB-A544-0EED26C61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4A223-B893-4A64-B6A2-172351F8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6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92771-3329-4CF9-887E-4457740B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06A89-B24C-4E4D-962C-8FB803C7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1103C-56A1-4FE4-A863-F26A1FF7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60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F064-8F9D-4F89-8BCD-9A3DF227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2BE57-4EFA-4904-9BA9-615EFE859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FE1C9-AAF7-44DA-8582-568F4317E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20FA6-5B43-42F9-85D5-D1B18EB0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2EE11-7362-4D00-83A7-8C97D777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E4921-0784-4DBB-8CF9-AD1B484F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08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93976-4A90-4E1C-93CD-855478C3A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710B2A-2C45-400D-86B7-72EC8AC0B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5D260-EE4B-495D-B6CA-2290EE980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50C5A-BCC7-4A82-81F9-E5F60920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CB088-42D1-46AD-A2EE-59AE14F2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C8AE6-D3AC-44FF-81A4-B605A339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86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79767-EB54-44C9-BA88-245C4706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B8681-8C32-42A3-A9A8-34E212DA5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5F1F3-C040-4451-923E-8E4C1CEC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1AADE-3409-4347-A86C-D291C246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CF58-7E4F-4625-AC9C-FC74E9AC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57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42F0C-7983-4FC3-8175-F3DEFE9C7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87F06-38F4-4E9A-83B6-A47BD72E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9FA68-D328-4146-9D51-90A94649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96D83-61E7-4C62-BCEB-6D675F1D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81C1C-CA1D-4CC3-A551-C93D2E16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0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286A6-0789-44F3-89C9-90A49CC8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341A1-A835-4452-B9B3-9979A9CDA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65E64-CAB5-4C2B-9FBE-8FC5408AE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4557B-6DA7-4830-8135-F67FEFE457AD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763EB-B1D1-455E-ACD4-732FEA55C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5F1CF-A925-4B4B-83E0-92F851CFA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95524-EF7D-4899-BA2E-0CEBF270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84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resources.altium.com/p/pcb-layout-guidelines" TargetMode="External"/><Relationship Id="rId2" Type="http://schemas.openxmlformats.org/officeDocument/2006/relationships/hyperlink" Target="https://resources.pcb.cadence.com/blog/2023-an-introduction-to-printed-circuit-board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7D65-7BC1-4770-8645-0C1ADCF05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/>
          <a:lstStyle/>
          <a:p>
            <a:r>
              <a:rPr lang="en-US" dirty="0"/>
              <a:t>PCB Routing Algorithms</a:t>
            </a:r>
          </a:p>
        </p:txBody>
      </p:sp>
      <p:pic>
        <p:nvPicPr>
          <p:cNvPr id="1026" name="Picture 2" descr="A hand holding a white marker&#10;&#10;Description automatically generated">
            <a:extLst>
              <a:ext uri="{FF2B5EF4-FFF2-40B4-BE49-F238E27FC236}">
                <a16:creationId xmlns:a16="http://schemas.microsoft.com/office/drawing/2014/main" id="{B736D4F3-0D0D-4580-95D7-F9D71E4D4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3608388"/>
            <a:ext cx="31623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87C92F-DD7D-4AD7-B74F-20169CBA558D}"/>
              </a:ext>
            </a:extLst>
          </p:cNvPr>
          <p:cNvSpPr txBox="1"/>
          <p:nvPr/>
        </p:nvSpPr>
        <p:spPr>
          <a:xfrm>
            <a:off x="2296236" y="3870235"/>
            <a:ext cx="18526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ptos"/>
              </a:rPr>
              <a:t>Supervised By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Prof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ptos"/>
              </a:rPr>
              <a:t>Smruti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 R Sarangi    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B7154-091F-4551-9807-24A6FDB7F5C3}"/>
              </a:ext>
            </a:extLst>
          </p:cNvPr>
          <p:cNvSpPr txBox="1"/>
          <p:nvPr/>
        </p:nvSpPr>
        <p:spPr>
          <a:xfrm>
            <a:off x="8432327" y="3731735"/>
            <a:ext cx="14634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fontAlgn="base"/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ptos"/>
              </a:rPr>
              <a:t>Prepared By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r" rtl="0" fontAlgn="base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/>
              </a:rPr>
              <a:t>Anamika Patel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/>
            <a:r>
              <a:rPr lang="en-US" sz="1800" b="0" i="0" dirty="0">
                <a:solidFill>
                  <a:srgbClr val="000000"/>
                </a:solidFill>
                <a:effectLst/>
                <a:latin typeface="Aptos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323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2FF-E20F-4EB2-A25B-7E28BE21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7BB9-2897-4929-BD67-7CD610265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333333"/>
                </a:solidFill>
                <a:latin typeface="Rubik-Light"/>
              </a:rPr>
              <a:t>S</a:t>
            </a:r>
            <a:r>
              <a:rPr lang="en-US" b="0" i="0" dirty="0">
                <a:solidFill>
                  <a:srgbClr val="333333"/>
                </a:solidFill>
                <a:effectLst/>
                <a:latin typeface="Rubik-Light"/>
              </a:rPr>
              <a:t>tandard dielectric material used for circuit boards is a flame-resistant composite of woven fiberglass cloth and epoxy resin, known as FR-4 </a:t>
            </a:r>
          </a:p>
          <a:p>
            <a:pPr algn="just"/>
            <a:r>
              <a:rPr lang="en-US" dirty="0">
                <a:solidFill>
                  <a:srgbClr val="333333"/>
                </a:solidFill>
                <a:latin typeface="Rubik-Light"/>
              </a:rPr>
              <a:t>M</a:t>
            </a:r>
            <a:r>
              <a:rPr lang="en-US" b="0" i="0" dirty="0">
                <a:solidFill>
                  <a:srgbClr val="333333"/>
                </a:solidFill>
                <a:effectLst/>
                <a:latin typeface="Rubik-Light"/>
              </a:rPr>
              <a:t>etal traces and planes for the circuitry are usually composed of copper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87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0964-51E0-47AC-BD23-77DFF95D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44"/>
            <a:ext cx="10515600" cy="1325563"/>
          </a:xfrm>
        </p:spPr>
        <p:txBody>
          <a:bodyPr/>
          <a:lstStyle/>
          <a:p>
            <a:r>
              <a:rPr lang="en-US" dirty="0"/>
              <a:t>PCB Board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9CA09-6618-4838-8D9E-D36376783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333333"/>
                </a:solidFill>
                <a:latin typeface="Rubik-Light"/>
              </a:rPr>
              <a:t>D</a:t>
            </a:r>
            <a:r>
              <a:rPr lang="en-US" b="0" i="0" dirty="0">
                <a:solidFill>
                  <a:srgbClr val="333333"/>
                </a:solidFill>
                <a:effectLst/>
                <a:latin typeface="Rubik-Light"/>
              </a:rPr>
              <a:t>istinguishing characteristic of PCBs is their class–either 1, 2, or 3</a:t>
            </a:r>
          </a:p>
          <a:p>
            <a:pPr algn="just"/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B7D4FAA-C030-457C-A743-92CCFC9891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868157"/>
              </p:ext>
            </p:extLst>
          </p:nvPr>
        </p:nvGraphicFramePr>
        <p:xfrm>
          <a:off x="1565564" y="1945177"/>
          <a:ext cx="9060872" cy="412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14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9842-1879-4CE1-BD40-D096BE32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24"/>
            <a:ext cx="10515600" cy="1325563"/>
          </a:xfrm>
        </p:spPr>
        <p:txBody>
          <a:bodyPr/>
          <a:lstStyle/>
          <a:p>
            <a:r>
              <a:rPr lang="en-US" dirty="0"/>
              <a:t>Types of Printed Circuit Boards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BC8DFB5-0BA8-48F2-8706-72F42D624C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8611210"/>
              </p:ext>
            </p:extLst>
          </p:nvPr>
        </p:nvGraphicFramePr>
        <p:xfrm>
          <a:off x="2026920" y="1508760"/>
          <a:ext cx="8138160" cy="4652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405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780F1F-0100-46D4-85F6-8A7F66DD2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854757"/>
              </p:ext>
            </p:extLst>
          </p:nvPr>
        </p:nvGraphicFramePr>
        <p:xfrm>
          <a:off x="948871" y="657633"/>
          <a:ext cx="6876144" cy="48869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63614D-0FEB-4626-9538-0CDADDE547A9}"/>
              </a:ext>
            </a:extLst>
          </p:cNvPr>
          <p:cNvSpPr txBox="1"/>
          <p:nvPr/>
        </p:nvSpPr>
        <p:spPr>
          <a:xfrm>
            <a:off x="8628744" y="836105"/>
            <a:ext cx="238034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Step-by-step process of Design and Manufacturing of a circuit board: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Schematic Creation and Simulation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Setting up PCB design grids and DRCs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Component placement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PCB Routing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Power planes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Assembling the BOM and building the board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1752AA-94FB-4444-8657-BC468652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29" y="-198324"/>
            <a:ext cx="10515600" cy="1325563"/>
          </a:xfrm>
        </p:spPr>
        <p:txBody>
          <a:bodyPr/>
          <a:lstStyle/>
          <a:p>
            <a:r>
              <a:rPr lang="en-US" dirty="0"/>
              <a:t>PCB Design and Manufacturing Process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9AC324-6B66-4C4C-B9A1-BAED33F534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1415" y="4231077"/>
            <a:ext cx="5199869" cy="262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8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9E35-5625-47B2-A42F-EEF0D37A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-67696"/>
            <a:ext cx="10515600" cy="1325563"/>
          </a:xfrm>
        </p:spPr>
        <p:txBody>
          <a:bodyPr/>
          <a:lstStyle/>
          <a:p>
            <a:r>
              <a:rPr lang="en-US" dirty="0"/>
              <a:t>PCB Design and Manufacturing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780F1F-0100-46D4-85F6-8A7F66DD2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058098"/>
              </p:ext>
            </p:extLst>
          </p:nvPr>
        </p:nvGraphicFramePr>
        <p:xfrm>
          <a:off x="609601" y="595086"/>
          <a:ext cx="11205028" cy="6231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5791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77B4-FCB1-43C7-A425-24DC5F9F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08"/>
            <a:ext cx="10515600" cy="1325563"/>
          </a:xfrm>
        </p:spPr>
        <p:txBody>
          <a:bodyPr/>
          <a:lstStyle/>
          <a:p>
            <a:r>
              <a:rPr lang="en-US" dirty="0"/>
              <a:t>Final Rules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E2185-68E2-4236-B1D7-7A45F026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171"/>
            <a:ext cx="6636657" cy="4783592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Ensure a clear PCB return current path</a:t>
            </a:r>
          </a:p>
          <a:p>
            <a:pPr lvl="1" algn="just"/>
            <a:r>
              <a:rPr lang="en-US" dirty="0"/>
              <a:t>Each active component on the board need to be connected to power and ground nets</a:t>
            </a:r>
          </a:p>
          <a:p>
            <a:pPr lvl="1" algn="just"/>
            <a:r>
              <a:rPr lang="en-US" dirty="0"/>
              <a:t>Accomplished by flooding areas or layers with solid power and ground planes that these components can tap into</a:t>
            </a:r>
          </a:p>
          <a:p>
            <a:pPr lvl="1" algn="just"/>
            <a:r>
              <a:rPr lang="en-US" dirty="0"/>
              <a:t>These planes return the signals that are routed with traces</a:t>
            </a:r>
          </a:p>
          <a:p>
            <a:pPr lvl="1" algn="just"/>
            <a:r>
              <a:rPr lang="en-US" dirty="0"/>
              <a:t>Planes with too many holes, cut-outs or splits can cause return paths to create a lot of noise and degrade the performance of the PCB</a:t>
            </a:r>
          </a:p>
          <a:p>
            <a:pPr algn="just"/>
            <a:r>
              <a:rPr lang="en-US" dirty="0"/>
              <a:t>PCB design is complete with:</a:t>
            </a:r>
          </a:p>
          <a:p>
            <a:pPr lvl="2" algn="just"/>
            <a:r>
              <a:rPr lang="en-US" dirty="0"/>
              <a:t>The component placement</a:t>
            </a:r>
          </a:p>
          <a:p>
            <a:pPr lvl="2" algn="just"/>
            <a:r>
              <a:rPr lang="en-US" dirty="0"/>
              <a:t>Trace routing</a:t>
            </a:r>
          </a:p>
          <a:p>
            <a:pPr lvl="2" algn="just"/>
            <a:r>
              <a:rPr lang="en-US" dirty="0"/>
              <a:t>Power and Ground planes finished</a:t>
            </a:r>
          </a:p>
          <a:p>
            <a:pPr algn="just"/>
            <a:r>
              <a:rPr lang="en-US" dirty="0"/>
              <a:t>Run a final rules check on it</a:t>
            </a:r>
          </a:p>
          <a:p>
            <a:pPr algn="just"/>
            <a:r>
              <a:rPr lang="en-US" dirty="0"/>
              <a:t>Set up the different text and markings</a:t>
            </a:r>
          </a:p>
          <a:p>
            <a:pPr algn="just"/>
            <a:r>
              <a:rPr lang="en-US" dirty="0"/>
              <a:t>Drawings obtained as output to be used during manufacturing to both fabricate and assemble the final board</a:t>
            </a:r>
          </a:p>
          <a:p>
            <a:pPr algn="just"/>
            <a:r>
              <a:rPr lang="en-US" dirty="0"/>
              <a:t>Designers use tools to estimate costs for building the board</a:t>
            </a:r>
          </a:p>
          <a:p>
            <a:pPr lvl="1" algn="just"/>
            <a:endParaRPr lang="en-US" dirty="0"/>
          </a:p>
        </p:txBody>
      </p:sp>
      <p:pic>
        <p:nvPicPr>
          <p:cNvPr id="1026" name="Picture 2" descr="Screenshot of 3D printed circuit board layout using OrCAD PCB Designer">
            <a:extLst>
              <a:ext uri="{FF2B5EF4-FFF2-40B4-BE49-F238E27FC236}">
                <a16:creationId xmlns:a16="http://schemas.microsoft.com/office/drawing/2014/main" id="{2620B816-6CB7-47CE-B01B-DCC9EE454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628" y="2033863"/>
            <a:ext cx="4238719" cy="238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4384B-8077-44BF-AB7A-97FDAFCE38E1}"/>
              </a:ext>
            </a:extLst>
          </p:cNvPr>
          <p:cNvSpPr txBox="1"/>
          <p:nvPr/>
        </p:nvSpPr>
        <p:spPr>
          <a:xfrm>
            <a:off x="7947100" y="4613244"/>
            <a:ext cx="3674081" cy="470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70000"/>
              </a:lnSpc>
              <a:spcBef>
                <a:spcPts val="500"/>
              </a:spcBef>
            </a:pPr>
            <a:r>
              <a:rPr lang="en-US" sz="1700" dirty="0"/>
              <a:t>Printed Circuit Board created with OrCAD PCB Designer</a:t>
            </a:r>
          </a:p>
        </p:txBody>
      </p:sp>
    </p:spTree>
    <p:extLst>
      <p:ext uri="{BB962C8B-B14F-4D97-AF65-F5344CB8AC3E}">
        <p14:creationId xmlns:p14="http://schemas.microsoft.com/office/powerpoint/2010/main" val="140160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7F72B-EF24-4686-B054-660209FA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of automation in PCB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AED6-DB46-406C-8AF1-40BB711E2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452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Increasing clock frequency imposes special physical constraints on high performance PCBs such as </a:t>
            </a:r>
          </a:p>
          <a:p>
            <a:pPr lvl="1"/>
            <a:r>
              <a:rPr lang="en-US" dirty="0"/>
              <a:t>Length-matching routing</a:t>
            </a:r>
          </a:p>
          <a:p>
            <a:pPr lvl="1"/>
            <a:r>
              <a:rPr lang="en-US" dirty="0"/>
              <a:t>Pairwise routing</a:t>
            </a:r>
          </a:p>
          <a:p>
            <a:pPr lvl="1"/>
            <a:r>
              <a:rPr lang="en-US" dirty="0"/>
              <a:t>Planar routing</a:t>
            </a:r>
          </a:p>
          <a:p>
            <a:r>
              <a:rPr lang="en-US" dirty="0"/>
              <a:t>Automated PCB routers </a:t>
            </a:r>
          </a:p>
          <a:p>
            <a:pPr lvl="1"/>
            <a:r>
              <a:rPr lang="en-US" dirty="0"/>
              <a:t>which are tuned to handle such constraints are in great demand </a:t>
            </a:r>
          </a:p>
          <a:p>
            <a:pPr lvl="1"/>
            <a:r>
              <a:rPr lang="en-US" dirty="0"/>
              <a:t>Required for modern high-performance PCB layout</a:t>
            </a:r>
          </a:p>
          <a:p>
            <a:pPr lvl="1"/>
            <a:r>
              <a:rPr lang="en-US" dirty="0"/>
              <a:t>Need for PCB-specific algorithms to follow planar routing guidelines, minimizing via usage mid-route</a:t>
            </a:r>
          </a:p>
          <a:p>
            <a:pPr lvl="2"/>
            <a:r>
              <a:rPr lang="en-US" dirty="0"/>
              <a:t>Handles signal integrity issues like ringing, reflection, impedance matching, crosstalk, etc.</a:t>
            </a:r>
          </a:p>
          <a:p>
            <a:r>
              <a:rPr lang="en-US" dirty="0"/>
              <a:t>Two </a:t>
            </a:r>
            <a:r>
              <a:rPr lang="en-US" b="1" dirty="0"/>
              <a:t>major research problems in</a:t>
            </a:r>
            <a:r>
              <a:rPr lang="en-US" dirty="0"/>
              <a:t> PCB routing on net level are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Escape Routing problem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Length-matching routing problem</a:t>
            </a:r>
          </a:p>
          <a:p>
            <a:pPr marL="457200" lvl="1" indent="0">
              <a:buNone/>
            </a:pPr>
            <a:r>
              <a:rPr lang="en-US" dirty="0"/>
              <a:t>Escape routing and length matching routing have different tasks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206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704F-EAC9-4BAD-AFF1-B5542C101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Escape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9A67F-F7A9-441E-ABD9-FAEACFBB5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Most intensively studied problem among all the PCB routing problems</a:t>
            </a:r>
          </a:p>
          <a:p>
            <a:pPr algn="just"/>
            <a:r>
              <a:rPr lang="en-US" dirty="0"/>
              <a:t>It is to route from specified pins in a pin array to the boundary of the array</a:t>
            </a:r>
          </a:p>
          <a:p>
            <a:pPr algn="just"/>
            <a:r>
              <a:rPr lang="en-US" dirty="0"/>
              <a:t>Classified into</a:t>
            </a:r>
          </a:p>
          <a:p>
            <a:pPr lvl="1" algn="just"/>
            <a:r>
              <a:rPr lang="en-US" dirty="0"/>
              <a:t>Unordered escape</a:t>
            </a:r>
          </a:p>
          <a:p>
            <a:pPr lvl="1" algn="just"/>
            <a:r>
              <a:rPr lang="en-US" dirty="0"/>
              <a:t>Ordered escape</a:t>
            </a:r>
          </a:p>
          <a:p>
            <a:pPr lvl="1" algn="just"/>
            <a:r>
              <a:rPr lang="en-US" dirty="0"/>
              <a:t>Simultaneous escape</a:t>
            </a:r>
          </a:p>
          <a:p>
            <a:pPr algn="just"/>
            <a:r>
              <a:rPr lang="en-US" sz="3200" dirty="0"/>
              <a:t>Both unordered and ordered escape routing problems involve only a single pin array in following researches</a:t>
            </a:r>
          </a:p>
          <a:p>
            <a:pPr lvl="1" algn="just"/>
            <a:r>
              <a:rPr lang="en-US" sz="2800" dirty="0"/>
              <a:t>PCB routing researches </a:t>
            </a:r>
          </a:p>
          <a:p>
            <a:pPr lvl="1" algn="just"/>
            <a:r>
              <a:rPr lang="en-US" sz="2800" dirty="0"/>
              <a:t>Package routing researches- problem of routing from inside a pin array to some linearly arranged bonding pads</a:t>
            </a:r>
          </a:p>
          <a:p>
            <a:pPr algn="just"/>
            <a:r>
              <a:rPr lang="en-US" sz="3200" dirty="0"/>
              <a:t> Simultaneous escape routing is only for PCB routing</a:t>
            </a:r>
          </a:p>
          <a:p>
            <a:pPr algn="just"/>
            <a:endParaRPr lang="en-US" sz="3200" dirty="0"/>
          </a:p>
          <a:p>
            <a:pPr lvl="1"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208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3BDD-FD86-4F4E-8D1E-52CEB690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Unordered Escape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A878A-451F-4C22-907B-2B1DFC87D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Network flow approaches are used to solve the unordered escape routing problem</a:t>
            </a:r>
          </a:p>
          <a:p>
            <a:pPr algn="just"/>
            <a:r>
              <a:rPr lang="en-US" dirty="0"/>
              <a:t>Each routing path as a unit flow from the pin to the boundary</a:t>
            </a:r>
          </a:p>
          <a:p>
            <a:pPr algn="just"/>
            <a:r>
              <a:rPr lang="en-US" dirty="0"/>
              <a:t>Estimate the maximum number of escapable pins</a:t>
            </a:r>
          </a:p>
          <a:p>
            <a:pPr algn="just"/>
            <a:r>
              <a:rPr lang="en-US" dirty="0"/>
              <a:t>Since no ordering is specified, a flow solution always corresponds to some non-crossing routing</a:t>
            </a:r>
          </a:p>
          <a:p>
            <a:pPr algn="just"/>
            <a:r>
              <a:rPr lang="en-US" dirty="0"/>
              <a:t>Typical network model using network-flow to solve the unordered problem:  Fang et </a:t>
            </a:r>
            <a:r>
              <a:rPr lang="en-US" dirty="0" err="1"/>
              <a:t>al’s</a:t>
            </a:r>
            <a:r>
              <a:rPr lang="en-US" dirty="0"/>
              <a:t> [1-3] works on flip-chip design (shown in the figure)</a:t>
            </a:r>
          </a:p>
          <a:p>
            <a:pPr lvl="1" algn="just"/>
            <a:r>
              <a:rPr lang="en-US" dirty="0"/>
              <a:t>Works well if we only consider orthogonal wiring capacity (maximum no of wires allowed between two horizontally or vertically adjacent pins </a:t>
            </a:r>
          </a:p>
          <a:p>
            <a:pPr lvl="1" algn="just"/>
            <a:r>
              <a:rPr lang="en-US" dirty="0"/>
              <a:t>Doesn’t capture the diagonal capacity </a:t>
            </a:r>
          </a:p>
          <a:p>
            <a:pPr lvl="1" algn="just"/>
            <a:r>
              <a:rPr lang="en-US" dirty="0"/>
              <a:t>No of wires passing between two diagonally adjacent pins cannot be correctly captured by this model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E37BB-FBCA-4DFB-8CC7-E60E01426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45807"/>
            <a:ext cx="4591691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3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3BDD-FD86-4F4E-8D1E-52CEB690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Unordered Escape Network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A878A-451F-4C22-907B-2B1DFC87D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5996940" cy="4463734"/>
          </a:xfrm>
        </p:spPr>
        <p:txBody>
          <a:bodyPr>
            <a:normAutofit fontScale="92500"/>
          </a:bodyPr>
          <a:lstStyle/>
          <a:p>
            <a:r>
              <a:rPr lang="en-US" dirty="0"/>
              <a:t>Yan and Wong [4] network model (fig 3):</a:t>
            </a:r>
          </a:p>
          <a:p>
            <a:pPr lvl="1"/>
            <a:r>
              <a:rPr lang="en-US" dirty="0"/>
              <a:t>Correctly captures the diagonal as well as orthogonal capacity</a:t>
            </a:r>
          </a:p>
          <a:p>
            <a:pPr lvl="1" algn="just"/>
            <a:r>
              <a:rPr lang="en-US" dirty="0"/>
              <a:t>Able to control the flow in finer detail inside each tile by adding nodes and edges- thereby capture the diagonal capacity </a:t>
            </a:r>
          </a:p>
          <a:p>
            <a:pPr lvl="1"/>
            <a:endParaRPr lang="en-US" dirty="0"/>
          </a:p>
          <a:p>
            <a:r>
              <a:rPr lang="en-US" dirty="0"/>
              <a:t>Yu et </a:t>
            </a:r>
            <a:r>
              <a:rPr lang="en-US" dirty="0" err="1"/>
              <a:t>al’s</a:t>
            </a:r>
            <a:r>
              <a:rPr lang="en-US" dirty="0"/>
              <a:t> [5] network model: </a:t>
            </a:r>
          </a:p>
          <a:p>
            <a:pPr lvl="1"/>
            <a:r>
              <a:rPr lang="en-US" dirty="0"/>
              <a:t>Based on triangulation of the pins</a:t>
            </a:r>
          </a:p>
          <a:p>
            <a:pPr lvl="1"/>
            <a:r>
              <a:rPr lang="en-US" dirty="0"/>
              <a:t>Do not assume a regular rectangular grid structure of the pins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A503D-71E7-4066-858B-765F0A4F9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1914903"/>
            <a:ext cx="4958026" cy="302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96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3BDD-FD86-4F4E-8D1E-52CEB690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Escape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A878A-451F-4C22-907B-2B1DFC87D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Network flow doesn’t work</a:t>
            </a:r>
          </a:p>
          <a:p>
            <a:r>
              <a:rPr lang="en-US" dirty="0"/>
              <a:t>Because flow doesn’t carry the ordering information</a:t>
            </a:r>
          </a:p>
          <a:p>
            <a:r>
              <a:rPr lang="en-US" dirty="0"/>
              <a:t>Application of heuristics that may lose optimality or exponential time approaches: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Integer Linear Programming (ILP)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Boolean Satisfiability (SAT) solver </a:t>
            </a:r>
          </a:p>
          <a:p>
            <a:pPr marL="0" indent="0">
              <a:buNone/>
            </a:pPr>
            <a:r>
              <a:rPr lang="en-US" u="sng" dirty="0"/>
              <a:t>Integer Linear Programming</a:t>
            </a:r>
          </a:p>
          <a:p>
            <a:r>
              <a:rPr lang="en-US" dirty="0"/>
              <a:t>Fang et al [6]: Formulation of ordered escape routing problem as an ILP problem</a:t>
            </a:r>
          </a:p>
          <a:p>
            <a:r>
              <a:rPr lang="en-US" dirty="0"/>
              <a:t>ILP solution with reduction technique</a:t>
            </a:r>
          </a:p>
          <a:p>
            <a:r>
              <a:rPr lang="en-US" dirty="0"/>
              <a:t>Pruning of no of variables by 99.9%</a:t>
            </a:r>
          </a:p>
          <a:p>
            <a:r>
              <a:rPr lang="en-US" dirty="0"/>
              <a:t>Run time for a fairly large design (over 1000 pins) down to about an hour</a:t>
            </a:r>
          </a:p>
          <a:p>
            <a:r>
              <a:rPr lang="en-US" dirty="0"/>
              <a:t>ILP formulation doesn’t guarantee optimality</a:t>
            </a:r>
          </a:p>
          <a:p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582488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63C2-EDC3-421A-B611-9A19A486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Escape routing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621F3-E4D1-499F-ADB2-A2A2D3E85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u="sng" dirty="0"/>
              <a:t>Boolean Satisfiability Problem Solver</a:t>
            </a:r>
          </a:p>
          <a:p>
            <a:pPr algn="just"/>
            <a:r>
              <a:rPr lang="en-US" dirty="0"/>
              <a:t>Luo and Wong [7] transformed ordered routing problem into Boolean Satisfiability (SAT) problem</a:t>
            </a:r>
          </a:p>
          <a:p>
            <a:pPr algn="just"/>
            <a:r>
              <a:rPr lang="en-US" dirty="0"/>
              <a:t>No assumption: guaranteed solution if there exists one</a:t>
            </a:r>
          </a:p>
          <a:p>
            <a:pPr algn="just"/>
            <a:r>
              <a:rPr lang="en-US" dirty="0"/>
              <a:t>First work that can optimally solve the ordered escape routing problem</a:t>
            </a:r>
          </a:p>
          <a:p>
            <a:pPr algn="just"/>
            <a:r>
              <a:rPr lang="en-US" dirty="0"/>
              <a:t>Optimality comes at a price: Router takes 10 mins to route a 10x10 grid</a:t>
            </a:r>
          </a:p>
          <a:p>
            <a:pPr algn="just"/>
            <a:r>
              <a:rPr lang="en-US" dirty="0"/>
              <a:t>Time complexity grows very fast when the grid size increases</a:t>
            </a:r>
          </a:p>
          <a:p>
            <a:pPr algn="just"/>
            <a:r>
              <a:rPr lang="en-US" dirty="0"/>
              <a:t>Runtime cutdown by Partition Technique: Decomposes a large problem into smaller problems</a:t>
            </a:r>
          </a:p>
          <a:p>
            <a:pPr algn="just"/>
            <a:r>
              <a:rPr lang="en-US" dirty="0"/>
              <a:t>Extended in [8] (17) to handle cyclic ordering and pin clustering</a:t>
            </a:r>
          </a:p>
          <a:p>
            <a:pPr algn="just"/>
            <a:r>
              <a:rPr lang="en-US" dirty="0"/>
              <a:t>Powerful router in solving small but difficult problems</a:t>
            </a:r>
          </a:p>
          <a:p>
            <a:pPr algn="just"/>
            <a:r>
              <a:rPr lang="en-US" dirty="0"/>
              <a:t>It rips-up and reroutes a small region where other heuristics based routers fail </a:t>
            </a:r>
          </a:p>
          <a:p>
            <a:pPr marL="0" indent="0" algn="just">
              <a:buNone/>
            </a:pPr>
            <a:r>
              <a:rPr lang="en-US" u="sng" dirty="0"/>
              <a:t>Lee et al. [9] routing algorithm</a:t>
            </a:r>
          </a:p>
          <a:p>
            <a:pPr algn="just"/>
            <a:r>
              <a:rPr lang="en-US" dirty="0"/>
              <a:t>No monotonic constraint on the routing</a:t>
            </a:r>
          </a:p>
          <a:p>
            <a:pPr algn="just"/>
            <a:r>
              <a:rPr lang="en-US" dirty="0"/>
              <a:t>Routing algorithm is based on computing the weighted longest common subsequence and maximum planar subset of chords</a:t>
            </a:r>
          </a:p>
          <a:p>
            <a:pPr algn="just"/>
            <a:r>
              <a:rPr lang="en-US" dirty="0"/>
              <a:t>Shows a 122x speedup compared with ILP based router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17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0859-C57E-489D-A142-DCC68723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0"/>
            <a:ext cx="10515600" cy="1325563"/>
          </a:xfrm>
        </p:spPr>
        <p:txBody>
          <a:bodyPr/>
          <a:lstStyle/>
          <a:p>
            <a:r>
              <a:rPr lang="en-US" dirty="0"/>
              <a:t>Simultaneous Escape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E28DE-E2E8-4C5A-900A-3189E7BB8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1" y="1253330"/>
            <a:ext cx="4739640" cy="5444649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Simultaneous escape routing problem is unique to PCB routing</a:t>
            </a:r>
          </a:p>
          <a:p>
            <a:pPr marL="0" indent="0" algn="just">
              <a:buNone/>
            </a:pPr>
            <a:r>
              <a:rPr lang="en-US" b="1" u="sng" dirty="0"/>
              <a:t>Luo et </a:t>
            </a:r>
            <a:r>
              <a:rPr lang="en-US" b="1" u="sng" dirty="0" err="1"/>
              <a:t>al’s</a:t>
            </a:r>
            <a:r>
              <a:rPr lang="en-US" b="1" u="sng" dirty="0"/>
              <a:t> [10] novel boundary routing approach</a:t>
            </a:r>
          </a:p>
          <a:p>
            <a:pPr algn="just"/>
            <a:r>
              <a:rPr lang="en-US" dirty="0"/>
              <a:t>Build a routing boundary for all the pins inside a pin grid</a:t>
            </a:r>
          </a:p>
          <a:p>
            <a:pPr algn="just"/>
            <a:r>
              <a:rPr lang="en-US" dirty="0"/>
              <a:t>When routing a net, let the routing path follow the boundary as much as possible</a:t>
            </a:r>
          </a:p>
          <a:p>
            <a:pPr algn="just"/>
            <a:r>
              <a:rPr lang="en-US" dirty="0"/>
              <a:t>The routing boundary is shrunk to exclude the routed net, after a net is routed</a:t>
            </a:r>
          </a:p>
          <a:p>
            <a:pPr algn="just"/>
            <a:r>
              <a:rPr lang="en-US" dirty="0"/>
              <a:t>Solved a set of all industrial escape problems in comparison to Cadence Allegro PCB router which solved only half of the problems</a:t>
            </a:r>
          </a:p>
          <a:p>
            <a:pPr algn="just"/>
            <a:r>
              <a:rPr lang="en-US" dirty="0"/>
              <a:t>Fig 4 shows novel boundary routing approach</a:t>
            </a:r>
          </a:p>
          <a:p>
            <a:pPr algn="just"/>
            <a:r>
              <a:rPr lang="en-US" dirty="0"/>
              <a:t>Fig 5 shows routing result for one problem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BFBE2-ABB5-4E87-B657-7EB1241B1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70" y="423978"/>
            <a:ext cx="3938149" cy="1658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62A21-99C9-44F2-B789-F9996C257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434" y="2082682"/>
            <a:ext cx="6382186" cy="433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08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5ED5-609D-4EBB-92E7-F8C607FF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Simultaneous Escape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BED0D-C273-47B6-97B8-F6912CDFE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Kajitani’s Potential Router</a:t>
            </a:r>
          </a:p>
          <a:p>
            <a:r>
              <a:rPr lang="en-US" dirty="0"/>
              <a:t>Idea based on the analogy between planar routing and equipotential lines in an electric field</a:t>
            </a:r>
          </a:p>
          <a:p>
            <a:pPr algn="just"/>
            <a:r>
              <a:rPr lang="en-US" dirty="0"/>
              <a:t>Viewing planar routing as the equipotential lines in certain electric field</a:t>
            </a:r>
          </a:p>
          <a:p>
            <a:pPr algn="just"/>
            <a:r>
              <a:rPr lang="en-US" dirty="0"/>
              <a:t>Enumerating possible configurations of the electric field leads to enumerating possible planar topologies for the routing</a:t>
            </a:r>
          </a:p>
          <a:p>
            <a:pPr algn="just"/>
            <a:r>
              <a:rPr lang="en-US" dirty="0"/>
              <a:t>As focus of work on planar topology- therefore applicable to all three types of escape routing problems</a:t>
            </a:r>
          </a:p>
        </p:txBody>
      </p:sp>
    </p:spTree>
    <p:extLst>
      <p:ext uri="{BB962C8B-B14F-4D97-AF65-F5344CB8AC3E}">
        <p14:creationId xmlns:p14="http://schemas.microsoft.com/office/powerpoint/2010/main" val="219069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B4AD-83BE-40D6-B26C-0A6170AF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Length-Matching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A20B5-B229-4BB2-9D17-BD4E16939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To connect the escaped routes between the boundaries of pin arrays while satisfying certain length constraints</a:t>
            </a:r>
          </a:p>
          <a:p>
            <a:pPr algn="just"/>
            <a:r>
              <a:rPr lang="en-US" dirty="0"/>
              <a:t>The nets are subjected to very stringent length constrains due to the high clock frequencies</a:t>
            </a:r>
          </a:p>
          <a:p>
            <a:pPr algn="just"/>
            <a:r>
              <a:rPr lang="en-US" dirty="0"/>
              <a:t>Two types of length-matching constraints:</a:t>
            </a:r>
          </a:p>
          <a:p>
            <a:pPr lvl="1" algn="just"/>
            <a:r>
              <a:rPr lang="en-US" dirty="0"/>
              <a:t>Min-max length bounds</a:t>
            </a:r>
          </a:p>
          <a:p>
            <a:pPr lvl="2" algn="just"/>
            <a:r>
              <a:rPr lang="en-US" dirty="0"/>
              <a:t>Each net is given minimum and maximum length bounds</a:t>
            </a:r>
          </a:p>
          <a:p>
            <a:pPr lvl="2" algn="just"/>
            <a:r>
              <a:rPr lang="en-US" dirty="0"/>
              <a:t>Length of the routing must be within the bounds</a:t>
            </a:r>
          </a:p>
          <a:p>
            <a:pPr lvl="1" algn="just"/>
            <a:r>
              <a:rPr lang="en-US" sz="2800" dirty="0"/>
              <a:t>Bounded length difference</a:t>
            </a:r>
          </a:p>
          <a:p>
            <a:pPr lvl="2" algn="just"/>
            <a:r>
              <a:rPr lang="en-US" sz="2400" dirty="0"/>
              <a:t>A group of nets are expected to have similar length</a:t>
            </a:r>
          </a:p>
          <a:p>
            <a:pPr lvl="2" algn="just"/>
            <a:r>
              <a:rPr lang="en-US" sz="2400" dirty="0"/>
              <a:t>Difference between the lengths of a group of nets must be limited by some given bound</a:t>
            </a:r>
          </a:p>
          <a:p>
            <a:pPr algn="just"/>
            <a:r>
              <a:rPr lang="en-US" sz="3200" dirty="0"/>
              <a:t>To carefully distribute the limited routing resources to satisfy the length </a:t>
            </a:r>
            <a:r>
              <a:rPr lang="en-US" sz="3600" dirty="0"/>
              <a:t>requirements</a:t>
            </a:r>
            <a:r>
              <a:rPr lang="en-US" sz="3200" dirty="0"/>
              <a:t> of all the nets</a:t>
            </a:r>
          </a:p>
          <a:p>
            <a:pPr lvl="2" algn="just"/>
            <a:endParaRPr lang="en-US" sz="2400" dirty="0"/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274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804F-DF2F-4768-9E45-32966751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Length-Matching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320E-FE04-4B3B-82BC-19FA962ED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u="sng" dirty="0" err="1"/>
              <a:t>Ozdal</a:t>
            </a:r>
            <a:r>
              <a:rPr lang="en-US" b="1" u="sng" dirty="0"/>
              <a:t> and Wong’s [11], [12] </a:t>
            </a:r>
            <a:r>
              <a:rPr lang="en-US" b="1" u="sng" dirty="0" err="1"/>
              <a:t>Lagrangian</a:t>
            </a:r>
            <a:r>
              <a:rPr lang="en-US" b="1" u="sng" dirty="0"/>
              <a:t> Relaxation based routing scheme</a:t>
            </a:r>
          </a:p>
          <a:p>
            <a:pPr algn="just"/>
            <a:r>
              <a:rPr lang="en-US" dirty="0"/>
              <a:t>Controls the length of each net</a:t>
            </a:r>
          </a:p>
          <a:p>
            <a:pPr algn="just"/>
            <a:r>
              <a:rPr lang="en-US" dirty="0" err="1"/>
              <a:t>Lagrangian</a:t>
            </a:r>
            <a:r>
              <a:rPr lang="en-US" dirty="0"/>
              <a:t> multipliers are iteratively updated to reflect the current resource need of each net</a:t>
            </a:r>
          </a:p>
          <a:p>
            <a:pPr algn="just"/>
            <a:r>
              <a:rPr lang="en-US" dirty="0"/>
              <a:t>A special router routes the nets according to the resource need</a:t>
            </a:r>
          </a:p>
          <a:p>
            <a:pPr algn="just"/>
            <a:r>
              <a:rPr lang="en-US" dirty="0"/>
              <a:t>Two potential issues: </a:t>
            </a:r>
          </a:p>
          <a:p>
            <a:pPr lvl="1" algn="just"/>
            <a:r>
              <a:rPr lang="en-US" dirty="0"/>
              <a:t>Long runtime when the problem is large and difficult as it needs many iterations</a:t>
            </a:r>
          </a:p>
          <a:p>
            <a:pPr lvl="1" algn="just"/>
            <a:r>
              <a:rPr lang="en-US" dirty="0"/>
              <a:t>Routing of each net must be monotonic in one direction, thus, limiting the possible topology of the solution</a:t>
            </a:r>
          </a:p>
          <a:p>
            <a:pPr lvl="1" algn="just"/>
            <a:endParaRPr lang="en-US" b="1" u="sng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4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EE64-17D4-4D44-8DC2-272616E9E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Length-Matching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4D65A-7E1D-4933-A5DE-A5E6FB6AC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u="sng" dirty="0"/>
              <a:t>2. </a:t>
            </a:r>
            <a:r>
              <a:rPr lang="en-US" b="1" u="sng" dirty="0" err="1"/>
              <a:t>Ozdal</a:t>
            </a:r>
            <a:r>
              <a:rPr lang="en-US" b="1" u="sng" dirty="0"/>
              <a:t> and Wong’s [13], [14] Algorithm for Length matching routing inside a channel</a:t>
            </a:r>
          </a:p>
          <a:p>
            <a:pPr algn="just"/>
            <a:r>
              <a:rPr lang="en-US" dirty="0"/>
              <a:t>Use of river routing derives the routing boundary of each net</a:t>
            </a:r>
          </a:p>
          <a:p>
            <a:pPr algn="just"/>
            <a:r>
              <a:rPr lang="en-US" dirty="0"/>
              <a:t>Detouring of each net inside its bounded area</a:t>
            </a:r>
          </a:p>
          <a:p>
            <a:pPr algn="just"/>
            <a:r>
              <a:rPr lang="en-US" dirty="0"/>
              <a:t>Approximates optimal solution by a constant factor</a:t>
            </a:r>
          </a:p>
          <a:p>
            <a:pPr algn="just"/>
            <a:r>
              <a:rPr lang="en-US" dirty="0"/>
              <a:t>Achieves quite significant speedup as it avoids calling a router iteratively </a:t>
            </a:r>
          </a:p>
          <a:p>
            <a:pPr algn="just"/>
            <a:r>
              <a:rPr lang="en-US" dirty="0"/>
              <a:t>Limited applications as only channel routing problem is considered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946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7A44C-93DF-43F9-A21B-A6B360D8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matching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9C9D-39A5-4387-A660-4BE141130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u="sng" dirty="0"/>
              <a:t>Kubo et </a:t>
            </a:r>
            <a:r>
              <a:rPr lang="en-US" b="1" u="sng" dirty="0" err="1"/>
              <a:t>al’s</a:t>
            </a:r>
            <a:r>
              <a:rPr lang="en-US" b="1" u="sng" dirty="0"/>
              <a:t> Symmetric Slant Grid Interconnect Scheme</a:t>
            </a:r>
          </a:p>
          <a:p>
            <a:pPr algn="just"/>
            <a:r>
              <a:rPr lang="en-US" dirty="0"/>
              <a:t>Reduces length matching problem into a general grid routing problem</a:t>
            </a:r>
          </a:p>
          <a:p>
            <a:pPr algn="just"/>
            <a:r>
              <a:rPr lang="en-US" dirty="0"/>
              <a:t>Handles multi-sink nets</a:t>
            </a:r>
          </a:p>
          <a:p>
            <a:pPr algn="just"/>
            <a:r>
              <a:rPr lang="en-US" dirty="0"/>
              <a:t>Assumes XY routing style for IC routing</a:t>
            </a:r>
          </a:p>
          <a:p>
            <a:pPr algn="just"/>
            <a:r>
              <a:rPr lang="en-US" dirty="0"/>
              <a:t>Not practical for PCB routing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721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9CD0-6870-41AE-90B7-A58A7223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0"/>
            <a:ext cx="10515600" cy="1325563"/>
          </a:xfrm>
        </p:spPr>
        <p:txBody>
          <a:bodyPr/>
          <a:lstStyle/>
          <a:p>
            <a:r>
              <a:rPr lang="en-US" dirty="0"/>
              <a:t>Length matching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A7FF-0969-48B5-9311-5070E5009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297" y="1180407"/>
            <a:ext cx="11272405" cy="540327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000" b="1" u="sng" dirty="0"/>
              <a:t>Yan and Wong’s Length-matching algorithm [15]</a:t>
            </a:r>
          </a:p>
          <a:p>
            <a:pPr algn="just"/>
            <a:r>
              <a:rPr lang="en-US" sz="2000" dirty="0"/>
              <a:t>Proposed single-detour routing style</a:t>
            </a:r>
          </a:p>
          <a:p>
            <a:pPr algn="just"/>
            <a:r>
              <a:rPr lang="en-US" sz="2000" dirty="0"/>
              <a:t>No restriction on the routing topology, No requirement for the pins to be aligned along a channel, Routing not limited to be monotonic</a:t>
            </a:r>
          </a:p>
          <a:p>
            <a:pPr algn="just"/>
            <a:r>
              <a:rPr lang="en-US" sz="2000" dirty="0"/>
              <a:t>Viewing the problem as an area assignment problem</a:t>
            </a:r>
          </a:p>
          <a:p>
            <a:pPr algn="just"/>
            <a:r>
              <a:rPr lang="en-US" sz="2000" dirty="0"/>
              <a:t>Use of placement structure, Bounded – </a:t>
            </a:r>
            <a:r>
              <a:rPr lang="en-US" sz="2000" dirty="0" err="1"/>
              <a:t>Sliceline</a:t>
            </a:r>
            <a:r>
              <a:rPr lang="en-US" sz="2000" dirty="0"/>
              <a:t> Grid (BSG)</a:t>
            </a:r>
          </a:p>
          <a:p>
            <a:pPr algn="just"/>
            <a:r>
              <a:rPr lang="en-US" sz="2000" dirty="0"/>
              <a:t>Extremely useful for huge routing grids as it’s </a:t>
            </a:r>
            <a:r>
              <a:rPr lang="en-US" sz="2000" dirty="0" err="1"/>
              <a:t>gridless</a:t>
            </a:r>
            <a:r>
              <a:rPr lang="en-US" sz="2000" dirty="0"/>
              <a:t> router- performance doesn’t depend on the routing grid size</a:t>
            </a:r>
          </a:p>
          <a:p>
            <a:pPr algn="just"/>
            <a:r>
              <a:rPr lang="en-US" sz="2000" dirty="0"/>
              <a:t>Thus, 1000x speed-up over the </a:t>
            </a:r>
            <a:r>
              <a:rPr lang="en-US" sz="2000" dirty="0" err="1"/>
              <a:t>Lagrangian</a:t>
            </a:r>
            <a:r>
              <a:rPr lang="en-US" sz="2000" dirty="0"/>
              <a:t> relaxation based router</a:t>
            </a:r>
          </a:p>
          <a:p>
            <a:pPr algn="just"/>
            <a:r>
              <a:rPr lang="en-US" sz="2000" dirty="0"/>
              <a:t>Figure in the next slide shows one of the routing result</a:t>
            </a:r>
          </a:p>
          <a:p>
            <a:pPr algn="just"/>
            <a:r>
              <a:rPr lang="en-US" sz="2000" dirty="0"/>
              <a:t>Router efficiently utilizes the routing space for wire extension </a:t>
            </a:r>
          </a:p>
          <a:p>
            <a:pPr algn="just"/>
            <a:r>
              <a:rPr lang="en-US" sz="2000" dirty="0"/>
              <a:t>Algorithm extended to handle multi-layer routing and multiple separation rules</a:t>
            </a:r>
          </a:p>
          <a:p>
            <a:pPr algn="just"/>
            <a:r>
              <a:rPr lang="en-US" sz="2000" dirty="0"/>
              <a:t>Proposed a single detour routing style to untangle the twisted nets </a:t>
            </a:r>
          </a:p>
          <a:p>
            <a:pPr marL="0" indent="0" algn="just">
              <a:buNone/>
            </a:pPr>
            <a:r>
              <a:rPr lang="en-US" sz="2000" b="1" u="sng" dirty="0"/>
              <a:t>Drawback</a:t>
            </a:r>
          </a:p>
          <a:p>
            <a:pPr algn="just"/>
            <a:r>
              <a:rPr lang="en-US" sz="2000" dirty="0"/>
              <a:t>Generating a good topology for a design filled with many obstacles is non-trivial</a:t>
            </a:r>
          </a:p>
        </p:txBody>
      </p:sp>
    </p:spTree>
    <p:extLst>
      <p:ext uri="{BB962C8B-B14F-4D97-AF65-F5344CB8AC3E}">
        <p14:creationId xmlns:p14="http://schemas.microsoft.com/office/powerpoint/2010/main" val="3991140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9BE93-93AB-44CD-BBCC-EC43285CB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5C057-20A4-470F-B4A8-1A8E992E48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89"/>
          <a:stretch/>
        </p:blipFill>
        <p:spPr>
          <a:xfrm>
            <a:off x="429937" y="149629"/>
            <a:ext cx="11332125" cy="660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78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4545-5408-4B14-9FFF-D52F791B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 colony algorithm for length matching or isometric wiring in PCB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51C83-0E50-4F3E-9607-E38731948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Leverages feedback mechanism and optimization techniques</a:t>
            </a:r>
          </a:p>
          <a:p>
            <a:r>
              <a:rPr lang="en-US" dirty="0"/>
              <a:t>Balances constraints:</a:t>
            </a:r>
          </a:p>
          <a:p>
            <a:pPr lvl="1"/>
            <a:r>
              <a:rPr lang="en-US" dirty="0"/>
              <a:t>Length matching</a:t>
            </a:r>
          </a:p>
          <a:p>
            <a:pPr lvl="1"/>
            <a:r>
              <a:rPr lang="en-US" dirty="0"/>
              <a:t>Space usage</a:t>
            </a:r>
          </a:p>
          <a:p>
            <a:pPr lvl="1"/>
            <a:r>
              <a:rPr lang="en-US" dirty="0"/>
              <a:t>Dynamic path selection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26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C7C63-F5C2-4633-8600-A93EA1E3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routing problems on bus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8FB64-0DDB-4C38-8121-9B016C5E8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5399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Hui et </a:t>
            </a:r>
            <a:r>
              <a:rPr lang="en-US" sz="3200" b="1" u="sng" dirty="0" err="1"/>
              <a:t>al’s</a:t>
            </a:r>
            <a:r>
              <a:rPr lang="en-US" sz="3200" b="1" u="sng" dirty="0"/>
              <a:t> [16] Projection based escape routing:</a:t>
            </a:r>
          </a:p>
          <a:p>
            <a:r>
              <a:rPr lang="en-US" sz="3200" dirty="0"/>
              <a:t>Escape routing of each bus is bounded by a rectangle formed by projecting the pin cluster of the bus toward the boundary of the pin grid (Figure shown)</a:t>
            </a:r>
          </a:p>
          <a:p>
            <a:pPr algn="just"/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1C880-5CEE-4DCA-9F43-5D0B13558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565" y="1897062"/>
            <a:ext cx="3534435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99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D6BB-847D-4F3F-B9E1-A73794AA4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46080" cy="562356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b="1" dirty="0"/>
              <a:t>Their Projection based multi-layer solution </a:t>
            </a:r>
            <a:r>
              <a:rPr lang="en-US" sz="2800" dirty="0"/>
              <a:t>results in shorter wire length and occupies smaller routing space in comparison to projection based pin assignment and escape routing solution with single-layer escape routing solution</a:t>
            </a:r>
          </a:p>
          <a:p>
            <a:pPr algn="just"/>
            <a:r>
              <a:rPr lang="en-US" dirty="0"/>
              <a:t>Figure 8 illustrates this argument</a:t>
            </a:r>
          </a:p>
          <a:p>
            <a:pPr algn="just"/>
            <a:r>
              <a:rPr lang="en-US" sz="2800" dirty="0"/>
              <a:t>Multilayer routing s</a:t>
            </a:r>
            <a:r>
              <a:rPr lang="en-US" dirty="0"/>
              <a:t>olution produced by their projection based scheme has shorter and straighter wires</a:t>
            </a:r>
          </a:p>
          <a:p>
            <a:pPr algn="just"/>
            <a:r>
              <a:rPr lang="en-US" sz="2800" dirty="0"/>
              <a:t>Escapin</a:t>
            </a:r>
            <a:r>
              <a:rPr lang="en-US" dirty="0"/>
              <a:t>g all the pins in one layer results in very imbalanced wire length:</a:t>
            </a:r>
          </a:p>
          <a:p>
            <a:pPr lvl="1" algn="just"/>
            <a:r>
              <a:rPr lang="en-US" dirty="0"/>
              <a:t>Some pins have very long detours in their escape routing while some other pins escape without any detour</a:t>
            </a:r>
          </a:p>
          <a:p>
            <a:pPr lvl="1" algn="just"/>
            <a:r>
              <a:rPr lang="en-US" dirty="0"/>
              <a:t>Later making length matching routing a much more challenging problem</a:t>
            </a:r>
          </a:p>
          <a:p>
            <a:pPr algn="just"/>
            <a:r>
              <a:rPr lang="en-US" dirty="0"/>
              <a:t>Projection based multi-layer solution has very straight wires:</a:t>
            </a:r>
          </a:p>
          <a:p>
            <a:pPr lvl="1" algn="just"/>
            <a:r>
              <a:rPr lang="en-US" dirty="0"/>
              <a:t>Length difference is much smaller, making length-matching routing an easier problem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841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73E127-12D7-4D48-8059-8C1E7C39A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1" y="425966"/>
            <a:ext cx="9646920" cy="648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9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05372-639D-4290-8511-BF8BAE75D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208" y="208762"/>
            <a:ext cx="8797801" cy="664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78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52065-6E7B-4535-8C79-40A8BA784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165860"/>
            <a:ext cx="10530840" cy="501110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Hui et </a:t>
            </a:r>
            <a:r>
              <a:rPr lang="en-US" dirty="0" err="1"/>
              <a:t>al’s</a:t>
            </a:r>
            <a:r>
              <a:rPr lang="en-US" dirty="0"/>
              <a:t> optimal algorithm [17] to select a maximum subset of buses</a:t>
            </a:r>
          </a:p>
          <a:p>
            <a:pPr lvl="1" algn="just"/>
            <a:r>
              <a:rPr lang="en-US" dirty="0"/>
              <a:t>Projection rectangles do not have any conflict</a:t>
            </a:r>
          </a:p>
          <a:p>
            <a:pPr algn="just"/>
            <a:r>
              <a:rPr lang="en-US" dirty="0"/>
              <a:t>Yan et </a:t>
            </a:r>
            <a:r>
              <a:rPr lang="en-US" dirty="0" err="1"/>
              <a:t>al’s</a:t>
            </a:r>
            <a:r>
              <a:rPr lang="en-US" dirty="0"/>
              <a:t> algorithm [18] solves the multi-layer bus assignment problem</a:t>
            </a:r>
          </a:p>
          <a:p>
            <a:pPr lvl="1" algn="just"/>
            <a:r>
              <a:rPr lang="en-US" dirty="0"/>
              <a:t>Can optimally assign all the buses to multiple layers while keeping the total no of layers at minimum</a:t>
            </a:r>
          </a:p>
          <a:p>
            <a:pPr algn="just"/>
            <a:r>
              <a:rPr lang="en-US" dirty="0"/>
              <a:t>Kong et </a:t>
            </a:r>
            <a:r>
              <a:rPr lang="en-US" dirty="0" err="1"/>
              <a:t>al’s</a:t>
            </a:r>
            <a:r>
              <a:rPr lang="en-US" dirty="0"/>
              <a:t> [19] optimal algorithm finds maximum non-conflicting subset of the buses </a:t>
            </a:r>
          </a:p>
          <a:p>
            <a:pPr lvl="1" algn="just"/>
            <a:r>
              <a:rPr lang="en-US" dirty="0"/>
              <a:t>Studied the problem where buses are projected toward all four sides of a pin grid </a:t>
            </a:r>
          </a:p>
        </p:txBody>
      </p:sp>
    </p:spTree>
    <p:extLst>
      <p:ext uri="{BB962C8B-B14F-4D97-AF65-F5344CB8AC3E}">
        <p14:creationId xmlns:p14="http://schemas.microsoft.com/office/powerpoint/2010/main" val="1043890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B9786-B456-4231-843B-EC3CC9A52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0" y="891540"/>
            <a:ext cx="10507980" cy="5285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Kong et </a:t>
            </a:r>
            <a:r>
              <a:rPr lang="en-US" b="1" dirty="0" err="1"/>
              <a:t>al’s</a:t>
            </a:r>
            <a:r>
              <a:rPr lang="en-US" b="1" dirty="0"/>
              <a:t> [20] first automatic bus planner for PCB routing</a:t>
            </a:r>
          </a:p>
          <a:p>
            <a:pPr lvl="1"/>
            <a:r>
              <a:rPr lang="en-US" dirty="0"/>
              <a:t>Performs global routing of buses on each layer</a:t>
            </a:r>
          </a:p>
          <a:p>
            <a:pPr lvl="1"/>
            <a:r>
              <a:rPr lang="en-US" dirty="0"/>
              <a:t>Does layer assignment</a:t>
            </a:r>
          </a:p>
          <a:p>
            <a:pPr lvl="1"/>
            <a:r>
              <a:rPr lang="en-US" dirty="0"/>
              <a:t>Planner tested on a state of the art industrial board (7000+ nets and 12 layers)</a:t>
            </a:r>
          </a:p>
          <a:p>
            <a:pPr lvl="1"/>
            <a:r>
              <a:rPr lang="en-US" dirty="0"/>
              <a:t>Achieved very good </a:t>
            </a:r>
            <a:r>
              <a:rPr lang="en-US" dirty="0" err="1"/>
              <a:t>routability</a:t>
            </a:r>
            <a:endParaRPr lang="en-US" dirty="0"/>
          </a:p>
          <a:p>
            <a:pPr lvl="1"/>
            <a:r>
              <a:rPr lang="en-US" dirty="0"/>
              <a:t>Length constrained also considered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Meister et </a:t>
            </a:r>
            <a:r>
              <a:rPr lang="en-US" b="1" dirty="0" err="1"/>
              <a:t>al’s</a:t>
            </a:r>
            <a:r>
              <a:rPr lang="en-US" b="1" dirty="0"/>
              <a:t> pin assignment problem for PCB [44]</a:t>
            </a:r>
          </a:p>
          <a:p>
            <a:pPr lvl="1"/>
            <a:r>
              <a:rPr lang="en-US" dirty="0"/>
              <a:t>Proposed four heuristics for pin </a:t>
            </a:r>
            <a:r>
              <a:rPr lang="en-US" dirty="0" err="1"/>
              <a:t>assignement</a:t>
            </a:r>
            <a:endParaRPr lang="en-US" dirty="0"/>
          </a:p>
          <a:p>
            <a:pPr lvl="1"/>
            <a:r>
              <a:rPr lang="en-US" dirty="0"/>
              <a:t>Both wire length and </a:t>
            </a:r>
            <a:r>
              <a:rPr lang="en-US" dirty="0" err="1"/>
              <a:t>routability</a:t>
            </a:r>
            <a:r>
              <a:rPr lang="en-US" dirty="0"/>
              <a:t> considered </a:t>
            </a:r>
          </a:p>
          <a:p>
            <a:pPr lvl="1"/>
            <a:r>
              <a:rPr lang="en-US" dirty="0"/>
              <a:t>Approach may run faster than the simultaneous pin assignment and escape routing scheme in [21]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232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7901-850C-4C29-954D-8D706F903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0035"/>
            <a:ext cx="10515600" cy="1325563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F42B2-2249-4802-AF30-2177F5AC0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9084"/>
            <a:ext cx="10515600" cy="4351338"/>
          </a:xfrm>
        </p:spPr>
        <p:txBody>
          <a:bodyPr>
            <a:no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J.-W. Fang, I.-J. Lin, Y.-W. Chang, and J.-H. Wang, “A network-</a:t>
            </a:r>
            <a:r>
              <a:rPr lang="en-US" sz="1400" b="0" i="0" u="none" strike="noStrike" baseline="0" dirty="0" err="1">
                <a:latin typeface="Times-Roman"/>
              </a:rPr>
              <a:t>flowbased</a:t>
            </a:r>
            <a:r>
              <a:rPr lang="en-US" sz="1400" dirty="0">
                <a:latin typeface="Times-Roman"/>
              </a:rPr>
              <a:t> </a:t>
            </a:r>
            <a:r>
              <a:rPr lang="en-US" sz="1400" b="0" i="0" u="none" strike="noStrike" baseline="0" dirty="0">
                <a:latin typeface="Times-Roman"/>
              </a:rPr>
              <a:t>RDL routing algorithm for flip-chip design,” </a:t>
            </a:r>
            <a:r>
              <a:rPr lang="en-US" sz="1400" b="0" i="1" u="none" strike="noStrike" baseline="0" dirty="0">
                <a:latin typeface="Times-Italic"/>
              </a:rPr>
              <a:t>IEEE TCAD</a:t>
            </a:r>
            <a:r>
              <a:rPr lang="en-US" sz="1400" b="0" i="0" u="none" strike="noStrike" baseline="0" dirty="0">
                <a:latin typeface="Times-Roman"/>
              </a:rPr>
              <a:t>, vol. 26, no. 8, Aug. 2007.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J</a:t>
            </a:r>
            <a:r>
              <a:rPr lang="en-US" sz="1400" dirty="0">
                <a:latin typeface="Times-Roman"/>
              </a:rPr>
              <a:t>.-</a:t>
            </a:r>
            <a:r>
              <a:rPr lang="en-US" sz="1400" b="0" i="0" u="none" strike="noStrike" baseline="0" dirty="0">
                <a:latin typeface="Times-Roman"/>
              </a:rPr>
              <a:t>W. Fang, I.-J. Lin, P.-H. </a:t>
            </a:r>
            <a:r>
              <a:rPr lang="en-US" sz="1400" b="0" i="0" u="none" strike="noStrike" baseline="0" dirty="0" err="1">
                <a:latin typeface="Times-Roman"/>
              </a:rPr>
              <a:t>Yuh</a:t>
            </a:r>
            <a:r>
              <a:rPr lang="en-US" sz="1400" b="0" i="0" u="none" strike="noStrike" baseline="0" dirty="0">
                <a:latin typeface="Times-Roman"/>
              </a:rPr>
              <a:t>, Y.-W. Chang, and J.-</a:t>
            </a:r>
            <a:r>
              <a:rPr lang="en-US" sz="1400" b="0" i="0" u="none" strike="noStrike" baseline="0" dirty="0" err="1">
                <a:latin typeface="Times-Roman"/>
              </a:rPr>
              <a:t>H.Wang</a:t>
            </a:r>
            <a:r>
              <a:rPr lang="en-US" sz="1400" b="0" i="0" u="none" strike="noStrike" baseline="0" dirty="0">
                <a:latin typeface="Times-Roman"/>
              </a:rPr>
              <a:t>, “A routing algorithm for flip-chip design,” in </a:t>
            </a:r>
            <a:r>
              <a:rPr lang="en-US" sz="1400" b="0" i="1" u="none" strike="noStrike" baseline="0" dirty="0">
                <a:latin typeface="Times-Italic"/>
              </a:rPr>
              <a:t>ICCAD</a:t>
            </a:r>
            <a:r>
              <a:rPr lang="en-US" sz="1400" b="0" i="0" u="none" strike="noStrike" baseline="0" dirty="0">
                <a:latin typeface="Times-Roman"/>
              </a:rPr>
              <a:t>, 2005, pp. 753–758.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J.-W. Fang and Y.-W. Chang, “Area-I/O flip-chip routing for </a:t>
            </a:r>
            <a:r>
              <a:rPr lang="en-US" sz="1400" b="0" i="0" u="none" strike="noStrike" baseline="0" dirty="0" err="1">
                <a:latin typeface="Times-Roman"/>
              </a:rPr>
              <a:t>chippackage</a:t>
            </a:r>
            <a:r>
              <a:rPr lang="en-US" sz="1400" dirty="0">
                <a:latin typeface="Times-Roman"/>
              </a:rPr>
              <a:t> </a:t>
            </a:r>
            <a:r>
              <a:rPr lang="it-IT" sz="1400" b="0" i="0" u="none" strike="noStrike" baseline="0" dirty="0">
                <a:latin typeface="Times-Roman"/>
              </a:rPr>
              <a:t>co-design,” in </a:t>
            </a:r>
            <a:r>
              <a:rPr lang="it-IT" sz="1400" b="0" i="1" u="none" strike="noStrike" baseline="0" dirty="0">
                <a:latin typeface="Times-Italic"/>
              </a:rPr>
              <a:t>ICCAD</a:t>
            </a:r>
            <a:r>
              <a:rPr lang="it-IT" sz="1400" b="0" i="0" u="none" strike="noStrike" baseline="0" dirty="0">
                <a:latin typeface="Times-Roman"/>
              </a:rPr>
              <a:t>, 2008, pp. 518–522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T. Yan and M. D. F. Wong, “A correct network flow model for escape routing,” in </a:t>
            </a:r>
            <a:r>
              <a:rPr lang="en-US" sz="1400" b="0" i="1" u="none" strike="noStrike" baseline="0" dirty="0">
                <a:latin typeface="Times-Italic"/>
              </a:rPr>
              <a:t>DAC</a:t>
            </a:r>
            <a:r>
              <a:rPr lang="en-US" sz="1400" b="0" i="0" u="none" strike="noStrike" baseline="0" dirty="0">
                <a:latin typeface="Times-Roman"/>
              </a:rPr>
              <a:t>, 2009, pp. 332–335.</a:t>
            </a:r>
            <a:endParaRPr lang="en-US" sz="1400" dirty="0">
              <a:latin typeface="Times-Roman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M.-F. Yu, J. </a:t>
            </a:r>
            <a:r>
              <a:rPr lang="en-US" sz="1400" b="0" i="0" u="none" strike="noStrike" baseline="0" dirty="0" err="1">
                <a:latin typeface="Times-Roman"/>
              </a:rPr>
              <a:t>Darnauer</a:t>
            </a:r>
            <a:r>
              <a:rPr lang="en-US" sz="1400" b="0" i="0" u="none" strike="noStrike" baseline="0" dirty="0">
                <a:latin typeface="Times-Roman"/>
              </a:rPr>
              <a:t>, and W. W.-M. Dai, “Interchangeable pin routing with application to package layout,” in </a:t>
            </a:r>
            <a:r>
              <a:rPr lang="en-US" sz="1400" b="0" i="1" u="none" strike="noStrike" baseline="0" dirty="0">
                <a:latin typeface="Times-Italic"/>
              </a:rPr>
              <a:t>ICCAD</a:t>
            </a:r>
            <a:r>
              <a:rPr lang="en-US" sz="1400" b="0" i="0" u="none" strike="noStrike" baseline="0" dirty="0">
                <a:latin typeface="Times-Roman"/>
              </a:rPr>
              <a:t>, 1996, pp. 668–673.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J.-W. Fang, C.-H. Hsu, and Y.-W. Chang, “An integer linear programming based routing algorithm for flip-chip design,” in </a:t>
            </a:r>
            <a:r>
              <a:rPr lang="en-US" sz="1400" b="0" i="1" u="none" strike="noStrike" baseline="0" dirty="0">
                <a:latin typeface="Times-Italic"/>
              </a:rPr>
              <a:t>DAC</a:t>
            </a:r>
            <a:r>
              <a:rPr lang="en-US" sz="1400" b="0" i="0" u="none" strike="noStrike" baseline="0" dirty="0">
                <a:latin typeface="Times-Roman"/>
              </a:rPr>
              <a:t>, 2007, pp. 606–611.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L. Luo and M. D. F. Wong, “Ordered escape routing based on Boolean satisfiability,” in </a:t>
            </a:r>
            <a:r>
              <a:rPr lang="en-US" sz="1400" b="0" i="1" u="none" strike="noStrike" baseline="0" dirty="0">
                <a:latin typeface="Times-Italic"/>
              </a:rPr>
              <a:t>ASPDAC</a:t>
            </a:r>
            <a:r>
              <a:rPr lang="en-US" sz="1400" b="0" i="0" u="none" strike="noStrike" baseline="0" dirty="0">
                <a:latin typeface="Times-Roman"/>
              </a:rPr>
              <a:t>, 2008, pp. 244–249.</a:t>
            </a:r>
            <a:endParaRPr lang="en-US" sz="1400" dirty="0">
              <a:latin typeface="Times-Roman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——, “On using SAT to ordered escape problems,” in </a:t>
            </a:r>
            <a:r>
              <a:rPr lang="en-US" sz="1400" b="0" i="1" u="none" strike="noStrike" baseline="0" dirty="0">
                <a:latin typeface="Times-Italic"/>
              </a:rPr>
              <a:t>ASPDAC</a:t>
            </a:r>
            <a:r>
              <a:rPr lang="en-US" sz="1400" b="0" i="0" u="none" strike="noStrike" baseline="0" dirty="0">
                <a:latin typeface="Times-Roman"/>
              </a:rPr>
              <a:t>, 2009, pp. 594–599.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P.-W. Lee, C.-W. Lin, Y.-W. Chang, C.-F. Shen, and W.-C. Tseng, “An efficient pre-assignment routing algorithm for flip-chip designs,” </a:t>
            </a:r>
            <a:r>
              <a:rPr lang="it-IT" sz="1400" b="0" i="0" u="none" strike="noStrike" baseline="0" dirty="0">
                <a:latin typeface="Times-Roman"/>
              </a:rPr>
              <a:t>in </a:t>
            </a:r>
            <a:r>
              <a:rPr lang="it-IT" sz="1400" b="0" i="1" u="none" strike="noStrike" baseline="0" dirty="0">
                <a:latin typeface="Times-Italic"/>
              </a:rPr>
              <a:t>ICCAD</a:t>
            </a:r>
            <a:r>
              <a:rPr lang="it-IT" sz="1400" b="0" i="0" u="none" strike="noStrike" baseline="0" dirty="0">
                <a:latin typeface="Times-Roman"/>
              </a:rPr>
              <a:t>, 2009, pp. 239 –244.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L. Luo, T. Yan, Q. Ma, M. D. F. Wong, and T. Shibuya, “B-Escape: A simultaneous escape routing algorithm based on boundary routing,” in </a:t>
            </a:r>
            <a:r>
              <a:rPr lang="en-US" sz="1400" b="0" i="1" u="none" strike="noStrike" baseline="0" dirty="0">
                <a:latin typeface="Times-Italic"/>
              </a:rPr>
              <a:t>ISPD</a:t>
            </a:r>
            <a:r>
              <a:rPr lang="en-US" sz="1400" b="0" i="0" u="none" strike="noStrike" baseline="0" dirty="0">
                <a:latin typeface="Times-Roman"/>
              </a:rPr>
              <a:t>, 2010, pp. 19–25.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M. M. </a:t>
            </a:r>
            <a:r>
              <a:rPr lang="en-US" sz="1400" b="0" i="0" u="none" strike="noStrike" baseline="0" dirty="0" err="1">
                <a:latin typeface="Times-Roman"/>
              </a:rPr>
              <a:t>Ozdal</a:t>
            </a:r>
            <a:r>
              <a:rPr lang="en-US" sz="1400" b="0" i="0" u="none" strike="noStrike" baseline="0" dirty="0">
                <a:latin typeface="Times-Roman"/>
              </a:rPr>
              <a:t> and M. D. F. Wong, “Length-matching routing for highspeed printed circuit boards,” in </a:t>
            </a:r>
            <a:r>
              <a:rPr lang="en-US" sz="1400" b="0" i="1" u="none" strike="noStrike" baseline="0" dirty="0">
                <a:latin typeface="Times-Italic"/>
              </a:rPr>
              <a:t>ICCAD</a:t>
            </a:r>
            <a:r>
              <a:rPr lang="en-US" sz="1400" b="0" i="0" u="none" strike="noStrike" baseline="0" dirty="0">
                <a:latin typeface="Times-Roman"/>
              </a:rPr>
              <a:t>, 2003, pp. 394–400.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 ——, “A length-matching routing algorithm for high-performance printed circuit boards,” </a:t>
            </a:r>
            <a:r>
              <a:rPr lang="en-US" sz="1400" b="0" i="1" u="none" strike="noStrike" baseline="0" dirty="0">
                <a:latin typeface="Times-Italic"/>
              </a:rPr>
              <a:t>IEEE TCAD</a:t>
            </a:r>
            <a:r>
              <a:rPr lang="en-US" sz="1400" b="0" i="0" u="none" strike="noStrike" baseline="0" dirty="0">
                <a:latin typeface="Times-Roman"/>
              </a:rPr>
              <a:t>, vol. 25, no. 12, pp. 2784–2794, Dec. 2006.</a:t>
            </a:r>
            <a:endParaRPr lang="it-IT" sz="1400" dirty="0">
              <a:latin typeface="Times-Roman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——, “A provably good algorithm for high performance bus routing,” </a:t>
            </a:r>
            <a:r>
              <a:rPr lang="it-IT" sz="1400" b="0" i="0" u="none" strike="noStrike" baseline="0" dirty="0">
                <a:latin typeface="Times-Roman"/>
              </a:rPr>
              <a:t>in </a:t>
            </a:r>
            <a:r>
              <a:rPr lang="it-IT" sz="1400" b="0" i="1" u="none" strike="noStrike" baseline="0" dirty="0">
                <a:latin typeface="Times-Italic"/>
              </a:rPr>
              <a:t>ICCAD</a:t>
            </a:r>
            <a:r>
              <a:rPr lang="it-IT" sz="1400" b="0" i="0" u="none" strike="noStrike" baseline="0" dirty="0">
                <a:latin typeface="Times-Roman"/>
              </a:rPr>
              <a:t>, 2004, pp. 830–837.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u="none" strike="noStrike" baseline="0" dirty="0">
                <a:latin typeface="Times-Roman"/>
              </a:rPr>
              <a:t>——, “Algorithmic study of single-layer bus routing for high-speed boards,” </a:t>
            </a:r>
            <a:r>
              <a:rPr lang="en-US" sz="1400" b="0" i="1" u="none" strike="noStrike" baseline="0" dirty="0">
                <a:latin typeface="Times-Italic"/>
              </a:rPr>
              <a:t>IEEE TCAD</a:t>
            </a:r>
            <a:r>
              <a:rPr lang="en-US" sz="1400" b="0" i="0" u="none" strike="noStrike" baseline="0" dirty="0">
                <a:latin typeface="Times-Roman"/>
              </a:rPr>
              <a:t>, vol. 25, no. 3, pp. 490–503, Mar. 2006.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26259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C79A9-6D75-48F2-BE74-E7546670A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35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+mj-lt"/>
              <a:buAutoNum type="arabicPeriod" startAt="15"/>
            </a:pPr>
            <a:r>
              <a:rPr lang="en-US" sz="1800" b="0" i="0" u="none" strike="noStrike" baseline="0" dirty="0">
                <a:latin typeface="Times-Roman"/>
              </a:rPr>
              <a:t>T. Yan and M. D. F. Wong, “BSG-route: A length-matching </a:t>
            </a:r>
            <a:r>
              <a:rPr lang="en-US" sz="1400" dirty="0">
                <a:latin typeface="Times-Roman"/>
              </a:rPr>
              <a:t>router</a:t>
            </a:r>
            <a:r>
              <a:rPr lang="en-US" sz="1800" b="0" i="0" u="none" strike="noStrike" baseline="0" dirty="0">
                <a:latin typeface="Times-Roman"/>
              </a:rPr>
              <a:t> for general topology,” in </a:t>
            </a:r>
            <a:r>
              <a:rPr lang="en-US" sz="1800" b="0" i="1" u="none" strike="noStrike" baseline="0" dirty="0">
                <a:latin typeface="Times-Italic"/>
              </a:rPr>
              <a:t>ICCAD</a:t>
            </a:r>
            <a:r>
              <a:rPr lang="en-US" sz="1800" b="0" i="0" u="none" strike="noStrike" baseline="0" dirty="0">
                <a:latin typeface="Times-Roman"/>
              </a:rPr>
              <a:t>, 2008, pp. 499–505.</a:t>
            </a:r>
          </a:p>
          <a:p>
            <a:pPr marL="342900" indent="-342900" algn="l">
              <a:buFont typeface="+mj-lt"/>
              <a:buAutoNum type="arabicPeriod" startAt="15"/>
            </a:pPr>
            <a:r>
              <a:rPr lang="en-US" sz="1800" b="0" i="0" u="none" strike="noStrike" baseline="0" dirty="0">
                <a:latin typeface="Times-Roman"/>
              </a:rPr>
              <a:t>——, “Optimal simultaneous pin assignment and escape routing for dense PCBs,” in </a:t>
            </a:r>
            <a:r>
              <a:rPr lang="en-US" sz="1800" b="0" i="1" u="none" strike="noStrike" baseline="0" dirty="0">
                <a:latin typeface="Times-Italic"/>
              </a:rPr>
              <a:t>ASPDAC</a:t>
            </a:r>
            <a:r>
              <a:rPr lang="en-US" sz="1800" b="0" i="0" u="none" strike="noStrike" baseline="0" dirty="0">
                <a:latin typeface="Times-Roman"/>
              </a:rPr>
              <a:t>, 2010, pp. 275–280.</a:t>
            </a:r>
          </a:p>
          <a:p>
            <a:pPr marL="342900" indent="-342900" algn="l">
              <a:buFont typeface="+mj-lt"/>
              <a:buAutoNum type="arabicPeriod" startAt="15"/>
            </a:pPr>
            <a:r>
              <a:rPr lang="en-US" sz="1800" b="0" i="0" u="none" strike="noStrike" baseline="0" dirty="0">
                <a:latin typeface="Times-Roman"/>
              </a:rPr>
              <a:t>H. Kong, T. Yan, M. D. F. Wong, and M. M. </a:t>
            </a:r>
            <a:r>
              <a:rPr lang="en-US" sz="1800" b="0" i="0" u="none" strike="noStrike" baseline="0" dirty="0" err="1">
                <a:latin typeface="Times-Roman"/>
              </a:rPr>
              <a:t>Ozdal</a:t>
            </a:r>
            <a:r>
              <a:rPr lang="en-US" sz="1800" b="0" i="0" u="none" strike="noStrike" baseline="0" dirty="0">
                <a:latin typeface="Times-Roman"/>
              </a:rPr>
              <a:t>, “Optimal bus sequencing for escape routing in dense PCBs,” in </a:t>
            </a:r>
            <a:r>
              <a:rPr lang="en-US" sz="1800" b="0" i="1" u="none" strike="noStrike" baseline="0" dirty="0">
                <a:latin typeface="Times-Italic"/>
              </a:rPr>
              <a:t>ICCAD</a:t>
            </a:r>
            <a:r>
              <a:rPr lang="en-US" sz="1800" b="0" i="0" u="none" strike="noStrike" baseline="0" dirty="0">
                <a:latin typeface="Times-Roman"/>
              </a:rPr>
              <a:t>, 2007, pp. 390–395.</a:t>
            </a:r>
          </a:p>
          <a:p>
            <a:pPr marL="342900" indent="-342900" algn="l">
              <a:buFont typeface="+mj-lt"/>
              <a:buAutoNum type="arabicPeriod" startAt="15"/>
            </a:pPr>
            <a:r>
              <a:rPr lang="en-US" sz="1800" b="0" i="0" u="none" strike="noStrike" baseline="0" dirty="0">
                <a:latin typeface="Times-Roman"/>
              </a:rPr>
              <a:t>T. Yan, H. Kong, and M. D. F. Wong, “Optimal layer assignment for escape routing of buses,” in </a:t>
            </a:r>
            <a:r>
              <a:rPr lang="en-US" sz="1800" b="0" i="1" u="none" strike="noStrike" baseline="0" dirty="0">
                <a:latin typeface="Times-Italic"/>
              </a:rPr>
              <a:t>ICCAD</a:t>
            </a:r>
            <a:r>
              <a:rPr lang="en-US" sz="1800" b="0" i="0" u="none" strike="noStrike" baseline="0" dirty="0">
                <a:latin typeface="Times-Roman"/>
              </a:rPr>
              <a:t>, 2009, pp. 245–248.</a:t>
            </a:r>
          </a:p>
          <a:p>
            <a:pPr marL="342900" indent="-342900" algn="l">
              <a:buFont typeface="+mj-lt"/>
              <a:buAutoNum type="arabicPeriod" startAt="15"/>
            </a:pPr>
            <a:r>
              <a:rPr lang="en-US" sz="1800" b="0" i="0" u="none" strike="noStrike" baseline="0" dirty="0">
                <a:latin typeface="Times-Roman"/>
              </a:rPr>
              <a:t>H. Kong, Q. Ma, T. Yan, and M. D. F. Wong, “An optimal algorithm for finding disjoint rectangles and its application to PCB routing,” in </a:t>
            </a:r>
            <a:r>
              <a:rPr lang="en-US" sz="1800" b="0" i="1" u="none" strike="noStrike" baseline="0" dirty="0">
                <a:latin typeface="Times-Italic"/>
              </a:rPr>
              <a:t>DAC</a:t>
            </a:r>
            <a:r>
              <a:rPr lang="en-US" sz="1800" b="0" i="0" u="none" strike="noStrike" baseline="0" dirty="0">
                <a:latin typeface="Times-Roman"/>
              </a:rPr>
              <a:t>, 2010, pp. 212–217.</a:t>
            </a:r>
          </a:p>
          <a:p>
            <a:pPr marL="342900" indent="-342900" algn="l">
              <a:buFont typeface="+mj-lt"/>
              <a:buAutoNum type="arabicPeriod" startAt="15"/>
            </a:pPr>
            <a:r>
              <a:rPr lang="en-US" sz="1800" b="0" i="0" u="none" strike="noStrike" baseline="0" dirty="0">
                <a:latin typeface="Times-Roman"/>
              </a:rPr>
              <a:t>H. Kong, T. Yan, and M. D. F. Wong, “Automatic bus planner for dense </a:t>
            </a:r>
            <a:r>
              <a:rPr lang="de-DE" sz="1800" b="0" i="0" u="none" strike="noStrike" baseline="0" dirty="0">
                <a:latin typeface="Times-Roman"/>
              </a:rPr>
              <a:t>PCBs,” in </a:t>
            </a:r>
            <a:r>
              <a:rPr lang="de-DE" sz="1800" b="0" i="1" u="none" strike="noStrike" baseline="0" dirty="0">
                <a:latin typeface="Times-Italic"/>
              </a:rPr>
              <a:t>DAC</a:t>
            </a:r>
            <a:r>
              <a:rPr lang="de-DE" sz="1800" b="0" i="0" u="none" strike="noStrike" baseline="0" dirty="0">
                <a:latin typeface="Times-Roman"/>
              </a:rPr>
              <a:t>, 2009, pp. 326–331.</a:t>
            </a:r>
            <a:endParaRPr lang="en-US" sz="1800" dirty="0">
              <a:latin typeface="Times-Roman"/>
            </a:endParaRPr>
          </a:p>
          <a:p>
            <a:pPr marL="342900" indent="-342900" algn="l">
              <a:buFont typeface="+mj-lt"/>
              <a:buAutoNum type="arabicPeriod" startAt="15"/>
            </a:pPr>
            <a:r>
              <a:rPr lang="en-US" sz="1800" b="0" i="0" u="none" strike="noStrike" baseline="0" dirty="0">
                <a:latin typeface="Times-Roman"/>
              </a:rPr>
              <a:t>——, “Optimal simultaneous pin assignment and escape routing for dense PCBs,” in </a:t>
            </a:r>
            <a:r>
              <a:rPr lang="en-US" sz="1800" b="0" i="1" u="none" strike="noStrike" baseline="0" dirty="0">
                <a:latin typeface="Times-Italic"/>
              </a:rPr>
              <a:t>ASPDAC</a:t>
            </a:r>
            <a:r>
              <a:rPr lang="en-US" sz="1800" b="0" i="0" u="none" strike="noStrike" baseline="0" dirty="0">
                <a:latin typeface="Times-Roman"/>
              </a:rPr>
              <a:t>, 2010, pp. 275–280.</a:t>
            </a:r>
          </a:p>
          <a:p>
            <a:pPr marL="342900" indent="-342900" algn="l">
              <a:buFont typeface="+mj-lt"/>
              <a:buAutoNum type="arabicPeriod" startAt="15"/>
            </a:pPr>
            <a:r>
              <a:rPr lang="en-US" sz="1800" u="sng" dirty="0">
                <a:latin typeface="Times-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https://resources.pcb.cadence.com/blog/2023-an-introduction-to-printed-circuit-boards</a:t>
            </a:r>
            <a:endParaRPr lang="en-US" sz="1800" u="sng" dirty="0">
              <a:latin typeface="Times-Roman"/>
            </a:endParaRPr>
          </a:p>
          <a:p>
            <a:pPr marL="342900" indent="-342900" algn="l">
              <a:buFont typeface="+mj-lt"/>
              <a:buAutoNum type="arabicPeriod" startAt="15"/>
            </a:pPr>
            <a:r>
              <a:rPr lang="en-US" sz="1800" u="sng" dirty="0">
                <a:latin typeface="Times-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https://resources.altium.com/p/pcb-layout-guidelines</a:t>
            </a:r>
            <a:endParaRPr lang="en-US" sz="1800" u="sng" dirty="0">
              <a:latin typeface="Times-Roman"/>
            </a:endParaRPr>
          </a:p>
          <a:p>
            <a:pPr marL="342900" indent="-342900" algn="l">
              <a:buFont typeface="+mj-lt"/>
              <a:buAutoNum type="arabicPeriod" startAt="15"/>
            </a:pPr>
            <a:r>
              <a:rPr lang="en-US" sz="1800" b="0" i="0" u="none" strike="noStrike" baseline="0" dirty="0">
                <a:latin typeface="Times-Roman"/>
              </a:rPr>
              <a:t>Tan Yan</a:t>
            </a:r>
            <a:r>
              <a:rPr lang="en-US" sz="1800" b="0" i="0" u="none" strike="noStrike" baseline="0" dirty="0">
                <a:latin typeface="CMSY8"/>
              </a:rPr>
              <a:t> </a:t>
            </a:r>
            <a:r>
              <a:rPr lang="en-US" sz="1800" b="0" i="0" u="none" strike="noStrike" baseline="0" dirty="0">
                <a:latin typeface="Times-Roman"/>
              </a:rPr>
              <a:t>and Martin D. F. Wong, “Recent Research Development in PCB Layout”, </a:t>
            </a:r>
            <a:r>
              <a:rPr lang="en-US" sz="1800" b="0" i="0" u="none" strike="noStrike" baseline="0" dirty="0">
                <a:latin typeface="TimesNewRoman"/>
              </a:rPr>
              <a:t>©2010 IEEE</a:t>
            </a:r>
            <a:endParaRPr lang="en-US" sz="1800" u="sng" dirty="0">
              <a:latin typeface="Times-Roman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9C5BFD-C90F-49A5-B675-217ACFEF8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0035"/>
            <a:ext cx="10515600" cy="1325563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71878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3913</TotalTime>
  <Words>3192</Words>
  <Application>Microsoft Office PowerPoint</Application>
  <PresentationFormat>Widescreen</PresentationFormat>
  <Paragraphs>273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Aptos</vt:lpstr>
      <vt:lpstr>Arial</vt:lpstr>
      <vt:lpstr>Calibri</vt:lpstr>
      <vt:lpstr>Calibri Light</vt:lpstr>
      <vt:lpstr>CMSY8</vt:lpstr>
      <vt:lpstr>Rubik-Light</vt:lpstr>
      <vt:lpstr>Rubik-Regular</vt:lpstr>
      <vt:lpstr>Segoe UI</vt:lpstr>
      <vt:lpstr>Times New Roman</vt:lpstr>
      <vt:lpstr>Times-Italic</vt:lpstr>
      <vt:lpstr>TimesNewRoman</vt:lpstr>
      <vt:lpstr>Times-Roman</vt:lpstr>
      <vt:lpstr>Office Theme</vt:lpstr>
      <vt:lpstr>PCB Routing Algorithms</vt:lpstr>
      <vt:lpstr>PCB</vt:lpstr>
      <vt:lpstr>PCB Board Classes</vt:lpstr>
      <vt:lpstr>Types of Printed Circuit Boards</vt:lpstr>
      <vt:lpstr>PCB Design and Manufacturing Process</vt:lpstr>
      <vt:lpstr>PCB Design and Manufacturing Process</vt:lpstr>
      <vt:lpstr>Final Rules Check</vt:lpstr>
      <vt:lpstr>Need of automation in PCB routing</vt:lpstr>
      <vt:lpstr>1. Escape Routing</vt:lpstr>
      <vt:lpstr>Unordered Escape</vt:lpstr>
      <vt:lpstr>Unordered Escape Network method</vt:lpstr>
      <vt:lpstr>Ordered Escape Solution</vt:lpstr>
      <vt:lpstr>Ordered Escape routing methods</vt:lpstr>
      <vt:lpstr>Simultaneous Escape Routing</vt:lpstr>
      <vt:lpstr>Simultaneous Escape Routing</vt:lpstr>
      <vt:lpstr>Length-Matching Routing</vt:lpstr>
      <vt:lpstr>Length-Matching Routing</vt:lpstr>
      <vt:lpstr>Length-Matching Routing</vt:lpstr>
      <vt:lpstr>Length matching routing</vt:lpstr>
      <vt:lpstr>Length matching algorithm</vt:lpstr>
      <vt:lpstr>PowerPoint Presentation</vt:lpstr>
      <vt:lpstr>Ant colony algorithm for length matching or isometric wiring in PCB design</vt:lpstr>
      <vt:lpstr>PCB routing problems on bus level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Anamika Patel</dc:creator>
  <cp:lastModifiedBy>Anamika Patel</cp:lastModifiedBy>
  <cp:revision>51</cp:revision>
  <dcterms:created xsi:type="dcterms:W3CDTF">2024-12-24T07:36:06Z</dcterms:created>
  <dcterms:modified xsi:type="dcterms:W3CDTF">2025-01-15T01:06:36Z</dcterms:modified>
</cp:coreProperties>
</file>